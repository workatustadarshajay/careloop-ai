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1"/>
  </p:notesMasterIdLst>
  <p:handoutMasterIdLst>
    <p:handoutMasterId r:id="rId12"/>
  </p:handoutMasterIdLst>
  <p:sldIdLst>
    <p:sldId id="260" r:id="rId5"/>
    <p:sldId id="256" r:id="rId6"/>
    <p:sldId id="257" r:id="rId7"/>
    <p:sldId id="258" r:id="rId8"/>
    <p:sldId id="259"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92"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68A8C77-D7F1-ED31-965A-6C5108543442}" name="Sankesh Kumar(UST,IN)" initials="SK" userId="S::254066@ust.com::c6f5311d-d40f-451a-8a8b-4674cbd3866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11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735" autoAdjust="0"/>
    <p:restoredTop sz="82194" autoAdjust="0"/>
  </p:normalViewPr>
  <p:slideViewPr>
    <p:cSldViewPr snapToGrid="0">
      <p:cViewPr>
        <p:scale>
          <a:sx n="70" d="100"/>
          <a:sy n="70" d="100"/>
        </p:scale>
        <p:origin x="280" y="32"/>
      </p:cViewPr>
      <p:guideLst>
        <p:guide pos="3192"/>
        <p:guide orient="horz" pos="2160"/>
      </p:guideLst>
    </p:cSldViewPr>
  </p:slideViewPr>
  <p:outlineViewPr>
    <p:cViewPr>
      <p:scale>
        <a:sx n="33" d="100"/>
        <a:sy n="33" d="100"/>
      </p:scale>
      <p:origin x="0" y="-19842"/>
    </p:cViewPr>
  </p:outlineViewPr>
  <p:notesTextViewPr>
    <p:cViewPr>
      <p:scale>
        <a:sx n="1" d="1"/>
        <a:sy n="1" d="1"/>
      </p:scale>
      <p:origin x="0" y="0"/>
    </p:cViewPr>
  </p:notesTextViewPr>
  <p:sorterViewPr>
    <p:cViewPr>
      <p:scale>
        <a:sx n="45" d="100"/>
        <a:sy n="45" d="100"/>
      </p:scale>
      <p:origin x="0" y="0"/>
    </p:cViewPr>
  </p:sorterViewPr>
  <p:notesViewPr>
    <p:cSldViewPr snapToGrid="0">
      <p:cViewPr>
        <p:scale>
          <a:sx n="1" d="2"/>
          <a:sy n="1" d="2"/>
        </p:scale>
        <p:origin x="4548" y="100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ptos Light" panose="020B0004020202020204" pitchFamily="34" charset="0"/>
            </a:endParaRPr>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latin typeface="Aptos Light" panose="020B0004020202020204" pitchFamily="34" charset="0"/>
              </a:rPr>
              <a:t>10/6/2026</a:t>
            </a:fld>
            <a:endParaRPr lang="en-US" dirty="0">
              <a:latin typeface="Aptos Light" panose="020B0004020202020204" pitchFamily="34" charset="0"/>
            </a:endParaRPr>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ptos Light" panose="020B0004020202020204" pitchFamily="34" charset="0"/>
            </a:endParaRPr>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latin typeface="Aptos Light" panose="020B0004020202020204" pitchFamily="34" charset="0"/>
              </a:rPr>
              <a:t>‹#›</a:t>
            </a:fld>
            <a:endParaRPr lang="en-US" dirty="0">
              <a:latin typeface="Aptos Light" panose="020B0004020202020204" pitchFamily="34" charset="0"/>
            </a:endParaRPr>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ptos Light" panose="020B00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ptos Light" panose="020B0004020202020204" pitchFamily="34" charset="0"/>
              </a:defRPr>
            </a:lvl1pPr>
          </a:lstStyle>
          <a:p>
            <a:fld id="{F1F6C0D1-008B-C245-AF1E-F6ADA8BEAF3C}" type="datetimeFigureOut">
              <a:rPr lang="en-US" smtClean="0"/>
              <a:pPr/>
              <a:t>10/6/2026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ptos Light" panose="020B00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ptos Light" panose="020B0004020202020204" pitchFamily="34" charset="0"/>
              </a:defRPr>
            </a:lvl1pPr>
          </a:lstStyle>
          <a:p>
            <a:fld id="{91CB8535-DC0F-AF47-A510-8461A80C06B7}" type="slidenum">
              <a:rPr lang="en-US" smtClean="0"/>
              <a:pPr/>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Aptos Light" panose="020B0004020202020204" pitchFamily="34" charset="0"/>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Aptos Light" panose="020B0004020202020204" pitchFamily="34" charset="0"/>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CareLoop AI is the proof of concept we built for this review. It starts from the most ordinary artefact in a clinic, the doctor’s note, and ends with a closed loop: a typed plan in the database, the care items nobody ordered, the patients who are blocked, and AI agents able to act on the same records over MCP.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idea comes from a simple observation: the note is where clinical intent lives, and it is the one place nothing is tracked. Everything after the note is manual, so we made the note produce structured, typed work. Be honest in this section: the note pipeline, the care-gap checklist, risk propagation and the MCP server all run end to end, while the clinic feed, the logins and the triage screen are still thin. For the market slide, say the figures are vendor forecasts and that our own sizing is an estimate.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 the split first: the model decides meaning, and ordinary code owns every durable fact. The agent can only call two write tools, so it cannot invent a database change. We shade three features: tool use for the card calls, MCP servers because we ship one, and structured outputs because every card arrives through a typed schema. Nothing else on that grid is ticked, and we would rather say that than overstate it. The architecture plate is a live HTML diagram in the repository, so reviewers can open it and click through the same picture.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workflow left to right and pause on step six, the doctor, because that is where the design deliberately keeps a person. Risk propagation is the part worth dwelling on: a card that depends on an open test turns at_risk by itself, and heals when the test lands. On the tools, the two in-process tools write cards, and the MCP server exposes six read-and-write tools over REST with no database credentials. The prompt excerpt is verbatim; the full prompt is a text file in the repository.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numbers come from the running demo, not from a benchmark: 24 notes, 63 cards, 21 recommendations and 98 triaged messages. Say plainly what is missing, because the guardrails that exist are the interesting part and the gaps are what we want help with. Then ask the three questions in order, most important first, and give Anthropic room to answer them.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ust.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mailto:mailto:brand@ust.com" TargetMode="Externa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www.facebook.com/USTGlobal" TargetMode="External"/><Relationship Id="rId3" Type="http://schemas.openxmlformats.org/officeDocument/2006/relationships/hyperlink" Target="http://www.youtube.com/ustglobalweb" TargetMode="External"/><Relationship Id="rId4" Type="http://schemas.openxmlformats.org/officeDocument/2006/relationships/hyperlink" Target="http://www.linkedin.com/company/ust-global" TargetMode="External"/><Relationship Id="rId5" Type="http://schemas.openxmlformats.org/officeDocument/2006/relationships/hyperlink" Target="https://twitter.com/USTGlobal" TargetMode="External"/><Relationship Id="rId6" Type="http://schemas.openxmlformats.org/officeDocument/2006/relationships/image" Target="../media/image9.emf"/><Relationship Id="rId7" Type="http://schemas.openxmlformats.org/officeDocument/2006/relationships/image" Target="../media/image1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Worldwide office locations Updated">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tx1"/>
                </a:solidFill>
                <a:latin typeface="Aptos Light" panose="020B0004020202020204" pitchFamily="34" charset="0"/>
              </a:rPr>
              <a:t>Engineering change </a:t>
            </a:r>
            <a:br>
              <a:rPr lang="en-US" b="0" dirty="0">
                <a:solidFill>
                  <a:schemeClr val="tx1"/>
                </a:solidFill>
                <a:latin typeface="Aptos Light" panose="020B0004020202020204" pitchFamily="34" charset="0"/>
              </a:rPr>
            </a:br>
            <a:r>
              <a:rPr lang="en-US" b="0" dirty="0">
                <a:solidFill>
                  <a:schemeClr val="tx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latin typeface="Aptos Light" panose="020B0004020202020204" pitchFamily="34" charset="0"/>
              </a:rPr>
              <a:t>*To see a list of all offices, visit </a:t>
            </a:r>
            <a:r>
              <a:rPr lang="en-US" sz="1050" b="1" i="0" u="sng" dirty="0">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grpSp>
        <p:nvGrpSpPr>
          <p:cNvPr id="7" name="Group 6">
            <a:extLst>
              <a:ext uri="{FF2B5EF4-FFF2-40B4-BE49-F238E27FC236}">
                <a16:creationId xmlns:a16="http://schemas.microsoft.com/office/drawing/2014/main" id="{EBF87E1C-F522-764D-16E9-D2455363D284}"/>
              </a:ext>
            </a:extLst>
          </p:cNvPr>
          <p:cNvGrpSpPr/>
          <p:nvPr userDrawn="1"/>
        </p:nvGrpSpPr>
        <p:grpSpPr>
          <a:xfrm>
            <a:off x="2807849" y="1020802"/>
            <a:ext cx="9059820" cy="5362262"/>
            <a:chOff x="2845949" y="1020802"/>
            <a:chExt cx="9059820" cy="5362262"/>
          </a:xfrm>
        </p:grpSpPr>
        <p:sp>
          <p:nvSpPr>
            <p:cNvPr id="8" name="TextBox 7">
              <a:extLst>
                <a:ext uri="{FF2B5EF4-FFF2-40B4-BE49-F238E27FC236}">
                  <a16:creationId xmlns:a16="http://schemas.microsoft.com/office/drawing/2014/main" id="{71E67174-DBC8-6F42-D3F8-D14E22F0DC0C}"/>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tx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tx1"/>
                  </a:solidFill>
                  <a:latin typeface="Aptos Light" panose="020B0004020202020204" pitchFamily="34" charset="0"/>
                </a:rPr>
                <a:t>Bentonville, AR</a:t>
              </a:r>
            </a:p>
            <a:p>
              <a:pPr>
                <a:lnSpc>
                  <a:spcPct val="110000"/>
                </a:lnSpc>
                <a:spcAft>
                  <a:spcPts val="100"/>
                </a:spcAft>
                <a:buSzPct val="100000"/>
              </a:pPr>
              <a:r>
                <a:rPr lang="en-US" sz="1000" dirty="0">
                  <a:solidFill>
                    <a:schemeClr val="tx1"/>
                  </a:solidFill>
                  <a:latin typeface="Aptos Light" panose="020B0004020202020204" pitchFamily="34" charset="0"/>
                </a:rPr>
                <a:t>Chicago, IL </a:t>
              </a:r>
            </a:p>
            <a:p>
              <a:pPr>
                <a:lnSpc>
                  <a:spcPct val="110000"/>
                </a:lnSpc>
                <a:spcAft>
                  <a:spcPts val="100"/>
                </a:spcAft>
                <a:buSzPct val="100000"/>
              </a:pPr>
              <a:r>
                <a:rPr lang="en-US" sz="1000" dirty="0">
                  <a:solidFill>
                    <a:schemeClr val="tx1"/>
                  </a:solidFill>
                  <a:latin typeface="Aptos Light" panose="020B0004020202020204" pitchFamily="34" charset="0"/>
                </a:rPr>
                <a:t>Norfolk, VA</a:t>
              </a:r>
            </a:p>
            <a:p>
              <a:pPr>
                <a:lnSpc>
                  <a:spcPct val="110000"/>
                </a:lnSpc>
                <a:spcAft>
                  <a:spcPts val="100"/>
                </a:spcAft>
                <a:buSzPct val="100000"/>
              </a:pPr>
              <a:r>
                <a:rPr lang="en-US" sz="1000" dirty="0">
                  <a:solidFill>
                    <a:schemeClr val="tx1"/>
                  </a:solidFill>
                  <a:latin typeface="Aptos Light" panose="020B0004020202020204" pitchFamily="34" charset="0"/>
                </a:rPr>
                <a:t>Atlanta, GA</a:t>
              </a:r>
            </a:p>
            <a:p>
              <a:pPr>
                <a:lnSpc>
                  <a:spcPct val="110000"/>
                </a:lnSpc>
                <a:spcAft>
                  <a:spcPts val="100"/>
                </a:spcAft>
                <a:buSzPct val="100000"/>
              </a:pPr>
              <a:r>
                <a:rPr lang="en-US" sz="1000" dirty="0">
                  <a:solidFill>
                    <a:schemeClr val="tx1"/>
                  </a:solidFill>
                  <a:latin typeface="Aptos Light" panose="020B0004020202020204" pitchFamily="34" charset="0"/>
                </a:rPr>
                <a:t>Seattle, WA</a:t>
              </a:r>
            </a:p>
            <a:p>
              <a:pPr>
                <a:lnSpc>
                  <a:spcPct val="110000"/>
                </a:lnSpc>
                <a:spcAft>
                  <a:spcPts val="100"/>
                </a:spcAft>
                <a:buSzPct val="100000"/>
              </a:pPr>
              <a:r>
                <a:rPr lang="en-US" sz="1000" dirty="0">
                  <a:solidFill>
                    <a:schemeClr val="tx1"/>
                  </a:solidFill>
                  <a:latin typeface="Aptos Light" panose="020B0004020202020204" pitchFamily="34" charset="0"/>
                </a:rPr>
                <a:t>Toronto, CA</a:t>
              </a:r>
            </a:p>
            <a:p>
              <a:pPr>
                <a:lnSpc>
                  <a:spcPct val="110000"/>
                </a:lnSpc>
                <a:spcAft>
                  <a:spcPts val="100"/>
                </a:spcAft>
                <a:buSzPct val="100000"/>
              </a:pPr>
              <a:r>
                <a:rPr lang="en-US" sz="1000" dirty="0">
                  <a:solidFill>
                    <a:schemeClr val="tx1"/>
                  </a:solidFill>
                  <a:latin typeface="Aptos Light" panose="020B0004020202020204" pitchFamily="34" charset="0"/>
                </a:rPr>
                <a:t>Vancouver, CA</a:t>
              </a:r>
            </a:p>
            <a:p>
              <a:pPr>
                <a:lnSpc>
                  <a:spcPct val="110000"/>
                </a:lnSpc>
                <a:spcAft>
                  <a:spcPts val="100"/>
                </a:spcAft>
                <a:buSzPct val="100000"/>
              </a:pPr>
              <a:r>
                <a:rPr lang="en-US" sz="1000" dirty="0">
                  <a:solidFill>
                    <a:schemeClr val="tx1"/>
                  </a:solidFill>
                  <a:latin typeface="Aptos Light" panose="020B0004020202020204" pitchFamily="34" charset="0"/>
                </a:rPr>
                <a:t>Guadalajara, MX</a:t>
              </a:r>
            </a:p>
            <a:p>
              <a:pPr>
                <a:lnSpc>
                  <a:spcPct val="110000"/>
                </a:lnSpc>
                <a:spcAft>
                  <a:spcPts val="100"/>
                </a:spcAft>
                <a:buSzPct val="100000"/>
              </a:pPr>
              <a:r>
                <a:rPr lang="en-US" sz="1000" dirty="0">
                  <a:solidFill>
                    <a:schemeClr val="tx1"/>
                  </a:solidFill>
                  <a:latin typeface="Aptos Light" panose="020B0004020202020204" pitchFamily="34" charset="0"/>
                </a:rPr>
                <a:t>Leon, MX</a:t>
              </a:r>
            </a:p>
            <a:p>
              <a:pPr>
                <a:lnSpc>
                  <a:spcPct val="110000"/>
                </a:lnSpc>
                <a:spcAft>
                  <a:spcPts val="100"/>
                </a:spcAft>
                <a:buSzPct val="100000"/>
              </a:pPr>
              <a:r>
                <a:rPr lang="en-US" sz="1000" dirty="0">
                  <a:solidFill>
                    <a:schemeClr val="tx1"/>
                  </a:solidFill>
                  <a:latin typeface="Aptos Light" panose="020B0004020202020204" pitchFamily="34" charset="0"/>
                </a:rPr>
                <a:t>San Jose, CR</a:t>
              </a:r>
            </a:p>
            <a:p>
              <a:pPr>
                <a:lnSpc>
                  <a:spcPct val="110000"/>
                </a:lnSpc>
                <a:spcAft>
                  <a:spcPts val="100"/>
                </a:spcAft>
                <a:buSzPct val="100000"/>
              </a:pPr>
              <a:r>
                <a:rPr lang="en-US" sz="1000" dirty="0">
                  <a:solidFill>
                    <a:schemeClr val="tx1"/>
                  </a:solidFill>
                  <a:latin typeface="Aptos Light" panose="020B0004020202020204" pitchFamily="34" charset="0"/>
                </a:rPr>
                <a:t>Santiago, CL</a:t>
              </a:r>
            </a:p>
            <a:p>
              <a:pPr>
                <a:lnSpc>
                  <a:spcPct val="110000"/>
                </a:lnSpc>
                <a:spcAft>
                  <a:spcPts val="100"/>
                </a:spcAft>
                <a:buSzPct val="100000"/>
              </a:pPr>
              <a:r>
                <a:rPr lang="en-US" sz="1000" dirty="0">
                  <a:solidFill>
                    <a:schemeClr val="tx1"/>
                  </a:solidFill>
                  <a:latin typeface="Aptos Light" panose="020B0004020202020204" pitchFamily="34" charset="0"/>
                </a:rPr>
                <a:t>Lima, PE</a:t>
              </a:r>
            </a:p>
            <a:p>
              <a:pPr>
                <a:lnSpc>
                  <a:spcPct val="110000"/>
                </a:lnSpc>
                <a:spcAft>
                  <a:spcPts val="100"/>
                </a:spcAft>
                <a:buSzPct val="100000"/>
              </a:pPr>
              <a:r>
                <a:rPr lang="en-US" sz="1000" dirty="0">
                  <a:solidFill>
                    <a:schemeClr val="tx1"/>
                  </a:solidFill>
                  <a:latin typeface="Aptos Light" panose="020B0004020202020204" pitchFamily="34" charset="0"/>
                </a:rPr>
                <a:t>Sao Paulo, BR</a:t>
              </a:r>
            </a:p>
            <a:p>
              <a:pPr>
                <a:lnSpc>
                  <a:spcPct val="110000"/>
                </a:lnSpc>
                <a:spcAft>
                  <a:spcPts val="100"/>
                </a:spcAft>
                <a:buSzPct val="100000"/>
              </a:pPr>
              <a:r>
                <a:rPr lang="en-US" sz="1000" dirty="0">
                  <a:solidFill>
                    <a:schemeClr val="tx1"/>
                  </a:solidFill>
                  <a:latin typeface="Aptos Light" panose="020B0004020202020204" pitchFamily="34" charset="0"/>
                </a:rPr>
                <a:t>Bogota, CO</a:t>
              </a:r>
            </a:p>
          </p:txBody>
        </p:sp>
        <p:sp>
          <p:nvSpPr>
            <p:cNvPr id="9" name="TextBox 8">
              <a:extLst>
                <a:ext uri="{FF2B5EF4-FFF2-40B4-BE49-F238E27FC236}">
                  <a16:creationId xmlns:a16="http://schemas.microsoft.com/office/drawing/2014/main" id="{8E1C7C9E-80BC-798A-A728-D1A77F3D7C45}"/>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tx1"/>
                  </a:solidFill>
                  <a:latin typeface="Aptos Light" panose="020B0004020202020204" pitchFamily="34" charset="0"/>
                </a:rPr>
                <a:t>Bangalore</a:t>
              </a:r>
            </a:p>
            <a:p>
              <a:pPr>
                <a:lnSpc>
                  <a:spcPct val="110000"/>
                </a:lnSpc>
                <a:buSzPct val="100000"/>
              </a:pPr>
              <a:r>
                <a:rPr lang="en-US" sz="1000" dirty="0">
                  <a:solidFill>
                    <a:schemeClr val="tx1"/>
                  </a:solidFill>
                  <a:latin typeface="Aptos Light" panose="020B0004020202020204" pitchFamily="34" charset="0"/>
                </a:rPr>
                <a:t>Chennai</a:t>
              </a:r>
            </a:p>
            <a:p>
              <a:pPr>
                <a:lnSpc>
                  <a:spcPct val="110000"/>
                </a:lnSpc>
                <a:buSzPct val="100000"/>
              </a:pPr>
              <a:r>
                <a:rPr lang="en-US" sz="1000" dirty="0">
                  <a:solidFill>
                    <a:schemeClr val="tx1"/>
                  </a:solidFill>
                  <a:latin typeface="Aptos Light" panose="020B0004020202020204" pitchFamily="34" charset="0"/>
                </a:rPr>
                <a:t>Hyderabad</a:t>
              </a:r>
            </a:p>
            <a:p>
              <a:pPr>
                <a:lnSpc>
                  <a:spcPct val="110000"/>
                </a:lnSpc>
                <a:buSzPct val="100000"/>
              </a:pPr>
              <a:r>
                <a:rPr lang="en-US" sz="1000" dirty="0">
                  <a:solidFill>
                    <a:schemeClr val="tx1"/>
                  </a:solidFill>
                  <a:latin typeface="Aptos Light" panose="020B0004020202020204" pitchFamily="34" charset="0"/>
                </a:rPr>
                <a:t>Kochi</a:t>
              </a:r>
            </a:p>
            <a:p>
              <a:pPr>
                <a:lnSpc>
                  <a:spcPct val="110000"/>
                </a:lnSpc>
                <a:buSzPct val="100000"/>
              </a:pPr>
              <a:r>
                <a:rPr lang="en-US" sz="1000" dirty="0">
                  <a:solidFill>
                    <a:schemeClr val="tx1"/>
                  </a:solidFill>
                  <a:latin typeface="Aptos Light" panose="020B0004020202020204" pitchFamily="34" charset="0"/>
                </a:rPr>
                <a:t>Delhi</a:t>
              </a:r>
            </a:p>
            <a:p>
              <a:pPr>
                <a:lnSpc>
                  <a:spcPct val="110000"/>
                </a:lnSpc>
                <a:buSzPct val="100000"/>
              </a:pPr>
              <a:r>
                <a:rPr lang="en-US" sz="1000" dirty="0">
                  <a:solidFill>
                    <a:schemeClr val="tx1"/>
                  </a:solidFill>
                  <a:latin typeface="Aptos Light" panose="020B0004020202020204" pitchFamily="34" charset="0"/>
                </a:rPr>
                <a:t>Coimbatore </a:t>
              </a:r>
            </a:p>
            <a:p>
              <a:pPr>
                <a:lnSpc>
                  <a:spcPct val="110000"/>
                </a:lnSpc>
                <a:buSzPct val="100000"/>
              </a:pPr>
              <a:r>
                <a:rPr lang="en-US" sz="1000" dirty="0">
                  <a:solidFill>
                    <a:schemeClr val="tx1"/>
                  </a:solidFill>
                  <a:latin typeface="Aptos Light" panose="020B0004020202020204" pitchFamily="34" charset="0"/>
                </a:rPr>
                <a:t>Hosur </a:t>
              </a:r>
            </a:p>
            <a:p>
              <a:pPr>
                <a:lnSpc>
                  <a:spcPct val="110000"/>
                </a:lnSpc>
                <a:buSzPct val="100000"/>
              </a:pPr>
              <a:r>
                <a:rPr lang="en-US" sz="1000" dirty="0">
                  <a:solidFill>
                    <a:schemeClr val="tx1"/>
                  </a:solidFill>
                  <a:latin typeface="Aptos Light" panose="020B0004020202020204" pitchFamily="34" charset="0"/>
                </a:rPr>
                <a:t>Pune</a:t>
              </a:r>
            </a:p>
            <a:p>
              <a:pPr>
                <a:lnSpc>
                  <a:spcPct val="110000"/>
                </a:lnSpc>
                <a:buSzPct val="100000"/>
              </a:pPr>
              <a:r>
                <a:rPr lang="en-US" sz="1000" dirty="0">
                  <a:solidFill>
                    <a:schemeClr val="tx1"/>
                  </a:solidFill>
                  <a:latin typeface="Aptos Light" panose="020B0004020202020204" pitchFamily="34" charset="0"/>
                </a:rPr>
                <a:t>Kolkata</a:t>
              </a:r>
            </a:p>
          </p:txBody>
        </p:sp>
        <p:sp>
          <p:nvSpPr>
            <p:cNvPr id="10" name="TextBox 9">
              <a:extLst>
                <a:ext uri="{FF2B5EF4-FFF2-40B4-BE49-F238E27FC236}">
                  <a16:creationId xmlns:a16="http://schemas.microsoft.com/office/drawing/2014/main" id="{BFCBE565-E363-8183-071D-CED6D14CBD89}"/>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tx1"/>
                  </a:solidFill>
                  <a:latin typeface="Aptos Light" panose="020B0004020202020204" pitchFamily="34" charset="0"/>
                </a:rPr>
                <a:t>Leeds, UK</a:t>
              </a:r>
            </a:p>
            <a:p>
              <a:pPr>
                <a:lnSpc>
                  <a:spcPct val="110000"/>
                </a:lnSpc>
                <a:buSzPct val="100000"/>
              </a:pPr>
              <a:r>
                <a:rPr lang="en-US" sz="1000" dirty="0">
                  <a:solidFill>
                    <a:schemeClr val="tx1"/>
                  </a:solidFill>
                  <a:latin typeface="Aptos Light" panose="020B0004020202020204" pitchFamily="34" charset="0"/>
                </a:rPr>
                <a:t>Nottingham, UK</a:t>
              </a:r>
            </a:p>
            <a:p>
              <a:pPr>
                <a:lnSpc>
                  <a:spcPct val="110000"/>
                </a:lnSpc>
                <a:buSzPct val="100000"/>
              </a:pPr>
              <a:r>
                <a:rPr lang="en-US" sz="1000" dirty="0">
                  <a:solidFill>
                    <a:schemeClr val="tx1"/>
                  </a:solidFill>
                  <a:latin typeface="Aptos Light" panose="020B0004020202020204" pitchFamily="34" charset="0"/>
                </a:rPr>
                <a:t>Dublin, IE</a:t>
              </a:r>
            </a:p>
            <a:p>
              <a:pPr>
                <a:lnSpc>
                  <a:spcPct val="110000"/>
                </a:lnSpc>
                <a:buSzPct val="100000"/>
              </a:pPr>
              <a:r>
                <a:rPr lang="en-US" sz="1000" dirty="0">
                  <a:solidFill>
                    <a:schemeClr val="tx1"/>
                  </a:solidFill>
                  <a:latin typeface="Aptos Light" panose="020B0004020202020204" pitchFamily="34" charset="0"/>
                </a:rPr>
                <a:t>Madrid, ES</a:t>
              </a:r>
            </a:p>
            <a:p>
              <a:pPr>
                <a:lnSpc>
                  <a:spcPct val="110000"/>
                </a:lnSpc>
                <a:buSzPct val="100000"/>
              </a:pPr>
              <a:r>
                <a:rPr lang="en-US" sz="1000" dirty="0">
                  <a:solidFill>
                    <a:schemeClr val="tx1"/>
                  </a:solidFill>
                  <a:latin typeface="Aptos Light" panose="020B0004020202020204" pitchFamily="34" charset="0"/>
                </a:rPr>
                <a:t>Tel Aviv, IS</a:t>
              </a:r>
            </a:p>
            <a:p>
              <a:pPr>
                <a:lnSpc>
                  <a:spcPct val="110000"/>
                </a:lnSpc>
                <a:buSzPct val="100000"/>
              </a:pPr>
              <a:r>
                <a:rPr lang="en-US" sz="1000" dirty="0">
                  <a:solidFill>
                    <a:schemeClr val="tx1"/>
                  </a:solidFill>
                  <a:latin typeface="Aptos Light" panose="020B0004020202020204" pitchFamily="34" charset="0"/>
                </a:rPr>
                <a:t>Cologne, DE</a:t>
              </a:r>
            </a:p>
            <a:p>
              <a:pPr>
                <a:lnSpc>
                  <a:spcPct val="110000"/>
                </a:lnSpc>
                <a:buSzPct val="100000"/>
              </a:pPr>
              <a:r>
                <a:rPr lang="en-US" sz="1000" dirty="0">
                  <a:solidFill>
                    <a:schemeClr val="tx1"/>
                  </a:solidFill>
                  <a:latin typeface="Aptos Light" panose="020B0004020202020204" pitchFamily="34" charset="0"/>
                </a:rPr>
                <a:t>Lisbon, PT</a:t>
              </a:r>
            </a:p>
          </p:txBody>
        </p:sp>
        <p:sp>
          <p:nvSpPr>
            <p:cNvPr id="11" name="TextBox 10">
              <a:extLst>
                <a:ext uri="{FF2B5EF4-FFF2-40B4-BE49-F238E27FC236}">
                  <a16:creationId xmlns:a16="http://schemas.microsoft.com/office/drawing/2014/main" id="{E1D6B308-D3E7-3BC9-4187-68FBB167C99D}"/>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dirty="0">
                  <a:solidFill>
                    <a:schemeClr val="tx1"/>
                  </a:solidFill>
                  <a:latin typeface="Aptos Light" panose="020B0004020202020204" pitchFamily="34" charset="0"/>
                </a:rPr>
                <a:t>Paris, FR</a:t>
              </a:r>
            </a:p>
            <a:p>
              <a:pPr>
                <a:lnSpc>
                  <a:spcPct val="110000"/>
                </a:lnSpc>
                <a:buSzPct val="100000"/>
              </a:pPr>
              <a:r>
                <a:rPr lang="en-US" sz="1000" dirty="0">
                  <a:solidFill>
                    <a:schemeClr val="tx1"/>
                  </a:solidFill>
                  <a:latin typeface="Aptos Light" panose="020B0004020202020204" pitchFamily="34" charset="0"/>
                </a:rPr>
                <a:t>Gdansk, PL</a:t>
              </a:r>
            </a:p>
            <a:p>
              <a:pPr>
                <a:lnSpc>
                  <a:spcPct val="110000"/>
                </a:lnSpc>
                <a:buSzPct val="100000"/>
              </a:pPr>
              <a:r>
                <a:rPr lang="en-US" sz="1000" dirty="0">
                  <a:solidFill>
                    <a:schemeClr val="tx1"/>
                  </a:solidFill>
                  <a:latin typeface="Aptos Light" panose="020B0004020202020204" pitchFamily="34" charset="0"/>
                </a:rPr>
                <a:t>Bucharest, RO</a:t>
              </a:r>
            </a:p>
            <a:p>
              <a:pPr>
                <a:lnSpc>
                  <a:spcPct val="110000"/>
                </a:lnSpc>
                <a:buSzPct val="100000"/>
              </a:pPr>
              <a:r>
                <a:rPr lang="en-US" sz="1000" dirty="0">
                  <a:solidFill>
                    <a:schemeClr val="tx1"/>
                  </a:solidFill>
                  <a:latin typeface="Aptos Light" panose="020B0004020202020204" pitchFamily="34" charset="0"/>
                </a:rPr>
                <a:t>Sofia, BG</a:t>
              </a:r>
            </a:p>
            <a:p>
              <a:pPr>
                <a:lnSpc>
                  <a:spcPct val="110000"/>
                </a:lnSpc>
                <a:buSzPct val="100000"/>
              </a:pPr>
              <a:r>
                <a:rPr lang="en-US" sz="1000" dirty="0">
                  <a:solidFill>
                    <a:schemeClr val="tx1"/>
                  </a:solidFill>
                  <a:latin typeface="Aptos Light" panose="020B0004020202020204" pitchFamily="34" charset="0"/>
                </a:rPr>
                <a:t>Helmond, NL</a:t>
              </a:r>
            </a:p>
            <a:p>
              <a:pPr>
                <a:lnSpc>
                  <a:spcPct val="110000"/>
                </a:lnSpc>
                <a:buSzPct val="100000"/>
              </a:pPr>
              <a:r>
                <a:rPr lang="en-US" sz="1000" dirty="0">
                  <a:solidFill>
                    <a:schemeClr val="tx1"/>
                  </a:solidFill>
                  <a:latin typeface="Aptos Light" panose="020B0004020202020204" pitchFamily="34" charset="0"/>
                </a:rPr>
                <a:t>Barcelona, ES</a:t>
              </a:r>
            </a:p>
            <a:p>
              <a:pPr>
                <a:lnSpc>
                  <a:spcPct val="110000"/>
                </a:lnSpc>
                <a:buSzPct val="100000"/>
              </a:pPr>
              <a:r>
                <a:rPr lang="en-US" sz="1000" b="0" dirty="0">
                  <a:solidFill>
                    <a:schemeClr val="tx1"/>
                  </a:solidFill>
                  <a:latin typeface="Aptos Light" panose="020B0004020202020204" pitchFamily="34" charset="0"/>
                </a:rPr>
                <a:t>Bilbao, ES</a:t>
              </a:r>
            </a:p>
            <a:p>
              <a:pPr>
                <a:lnSpc>
                  <a:spcPct val="110000"/>
                </a:lnSpc>
                <a:buSzPct val="100000"/>
              </a:pPr>
              <a:r>
                <a:rPr lang="en-US" sz="1000" dirty="0">
                  <a:solidFill>
                    <a:schemeClr val="tx1"/>
                  </a:solidFill>
                  <a:latin typeface="Aptos Light" panose="020B0004020202020204" pitchFamily="34" charset="0"/>
                </a:rPr>
                <a:t>Salamanca, ES</a:t>
              </a:r>
            </a:p>
            <a:p>
              <a:pPr>
                <a:lnSpc>
                  <a:spcPct val="110000"/>
                </a:lnSpc>
                <a:buSzPct val="100000"/>
              </a:pPr>
              <a:r>
                <a:rPr lang="en-US" sz="1000" dirty="0">
                  <a:solidFill>
                    <a:schemeClr val="tx1"/>
                  </a:solidFill>
                  <a:latin typeface="Aptos Light" panose="020B0004020202020204" pitchFamily="34" charset="0"/>
                </a:rPr>
                <a:t>Valencia, ES</a:t>
              </a:r>
            </a:p>
            <a:p>
              <a:pPr>
                <a:lnSpc>
                  <a:spcPct val="110000"/>
                </a:lnSpc>
                <a:buSzPct val="100000"/>
              </a:pPr>
              <a:r>
                <a:rPr lang="en-US" sz="1000" dirty="0">
                  <a:solidFill>
                    <a:schemeClr val="tx1"/>
                  </a:solidFill>
                  <a:latin typeface="Aptos Light" panose="020B0004020202020204" pitchFamily="34" charset="0"/>
                </a:rPr>
                <a:t>Zaragoza, ES</a:t>
              </a:r>
            </a:p>
            <a:p>
              <a:pPr>
                <a:lnSpc>
                  <a:spcPct val="110000"/>
                </a:lnSpc>
                <a:buSzPct val="100000"/>
              </a:pPr>
              <a:r>
                <a:rPr lang="en-US" sz="1000" dirty="0">
                  <a:solidFill>
                    <a:schemeClr val="tx1"/>
                  </a:solidFill>
                  <a:latin typeface="Aptos Light" panose="020B0004020202020204" pitchFamily="34" charset="0"/>
                </a:rPr>
                <a:t>Copenhagen, DK</a:t>
              </a:r>
            </a:p>
            <a:p>
              <a:pPr>
                <a:lnSpc>
                  <a:spcPct val="110000"/>
                </a:lnSpc>
                <a:buSzPct val="100000"/>
              </a:pPr>
              <a:r>
                <a:rPr lang="en-US" sz="1000" dirty="0">
                  <a:solidFill>
                    <a:schemeClr val="tx1"/>
                  </a:solidFill>
                  <a:latin typeface="Aptos Light" panose="020B0004020202020204" pitchFamily="34" charset="0"/>
                </a:rPr>
                <a:t>Zurich, CH</a:t>
              </a:r>
            </a:p>
            <a:p>
              <a:pPr>
                <a:lnSpc>
                  <a:spcPct val="110000"/>
                </a:lnSpc>
                <a:buSzPct val="100000"/>
              </a:pPr>
              <a:r>
                <a:rPr lang="en-US" sz="1000" dirty="0">
                  <a:solidFill>
                    <a:schemeClr val="tx1"/>
                  </a:solidFill>
                  <a:latin typeface="Aptos Light" panose="020B0004020202020204" pitchFamily="34" charset="0"/>
                </a:rPr>
                <a:t>Kyiv, UA</a:t>
              </a:r>
            </a:p>
            <a:p>
              <a:pPr>
                <a:lnSpc>
                  <a:spcPct val="110000"/>
                </a:lnSpc>
                <a:buSzPct val="100000"/>
              </a:pPr>
              <a:r>
                <a:rPr lang="en-US" sz="1000" dirty="0">
                  <a:solidFill>
                    <a:schemeClr val="tx1"/>
                  </a:solidFill>
                  <a:latin typeface="Aptos Light" panose="020B0004020202020204" pitchFamily="34" charset="0"/>
                </a:rPr>
                <a:t>Prague, CZ</a:t>
              </a:r>
            </a:p>
            <a:p>
              <a:pPr>
                <a:lnSpc>
                  <a:spcPct val="110000"/>
                </a:lnSpc>
                <a:buSzPct val="100000"/>
              </a:pPr>
              <a:r>
                <a:rPr lang="en-US" sz="1000" dirty="0">
                  <a:solidFill>
                    <a:schemeClr val="tx1"/>
                  </a:solidFill>
                  <a:latin typeface="Aptos Light" panose="020B0004020202020204" pitchFamily="34" charset="0"/>
                </a:rPr>
                <a:t>Cape Town, ZA</a:t>
              </a:r>
            </a:p>
          </p:txBody>
        </p:sp>
        <p:sp>
          <p:nvSpPr>
            <p:cNvPr id="12" name="World">
              <a:extLst>
                <a:ext uri="{FF2B5EF4-FFF2-40B4-BE49-F238E27FC236}">
                  <a16:creationId xmlns:a16="http://schemas.microsoft.com/office/drawing/2014/main" id="{DFB1E360-C5C9-C207-D3BE-BB7871CC0E62}"/>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3" name="Square">
              <a:extLst>
                <a:ext uri="{FF2B5EF4-FFF2-40B4-BE49-F238E27FC236}">
                  <a16:creationId xmlns:a16="http://schemas.microsoft.com/office/drawing/2014/main" id="{91E8A959-65C7-31DC-F4A1-A112D7427F5D}"/>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4" name="Square">
              <a:extLst>
                <a:ext uri="{FF2B5EF4-FFF2-40B4-BE49-F238E27FC236}">
                  <a16:creationId xmlns:a16="http://schemas.microsoft.com/office/drawing/2014/main" id="{EC85CBAB-84A6-1AF3-9EF0-BF3E6ED74B19}"/>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5" name="Square">
              <a:extLst>
                <a:ext uri="{FF2B5EF4-FFF2-40B4-BE49-F238E27FC236}">
                  <a16:creationId xmlns:a16="http://schemas.microsoft.com/office/drawing/2014/main" id="{F4B84615-2D07-6109-49EE-55651A709A97}"/>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6" name="Square">
              <a:extLst>
                <a:ext uri="{FF2B5EF4-FFF2-40B4-BE49-F238E27FC236}">
                  <a16:creationId xmlns:a16="http://schemas.microsoft.com/office/drawing/2014/main" id="{62435400-1282-BC66-7563-B25A07A5BD3A}"/>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7" name="Square">
              <a:extLst>
                <a:ext uri="{FF2B5EF4-FFF2-40B4-BE49-F238E27FC236}">
                  <a16:creationId xmlns:a16="http://schemas.microsoft.com/office/drawing/2014/main" id="{9FD679B4-180D-5DAC-65CF-415DA86E87D1}"/>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8" name="Square">
              <a:extLst>
                <a:ext uri="{FF2B5EF4-FFF2-40B4-BE49-F238E27FC236}">
                  <a16:creationId xmlns:a16="http://schemas.microsoft.com/office/drawing/2014/main" id="{3F2B7693-E431-27B7-07DD-E6D09C3331D9}"/>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9" name="Square">
              <a:extLst>
                <a:ext uri="{FF2B5EF4-FFF2-40B4-BE49-F238E27FC236}">
                  <a16:creationId xmlns:a16="http://schemas.microsoft.com/office/drawing/2014/main" id="{96BE966A-192F-B750-668F-FE641DD6804B}"/>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0" name="Square">
              <a:extLst>
                <a:ext uri="{FF2B5EF4-FFF2-40B4-BE49-F238E27FC236}">
                  <a16:creationId xmlns:a16="http://schemas.microsoft.com/office/drawing/2014/main" id="{B5E89684-97AC-60D9-2244-7BC7B3CB373B}"/>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1" name="Square">
              <a:extLst>
                <a:ext uri="{FF2B5EF4-FFF2-40B4-BE49-F238E27FC236}">
                  <a16:creationId xmlns:a16="http://schemas.microsoft.com/office/drawing/2014/main" id="{CB3BDD39-C1B8-6CC3-CE6A-5D4A10E72B11}"/>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2" name="Square">
              <a:extLst>
                <a:ext uri="{FF2B5EF4-FFF2-40B4-BE49-F238E27FC236}">
                  <a16:creationId xmlns:a16="http://schemas.microsoft.com/office/drawing/2014/main" id="{4E035BDC-043C-58D7-F260-1EA16CF09CB9}"/>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3" name="Square">
              <a:extLst>
                <a:ext uri="{FF2B5EF4-FFF2-40B4-BE49-F238E27FC236}">
                  <a16:creationId xmlns:a16="http://schemas.microsoft.com/office/drawing/2014/main" id="{04A29395-7683-4ACE-8569-C8F8FE2AD71E}"/>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4" name="Square">
              <a:extLst>
                <a:ext uri="{FF2B5EF4-FFF2-40B4-BE49-F238E27FC236}">
                  <a16:creationId xmlns:a16="http://schemas.microsoft.com/office/drawing/2014/main" id="{81B09E7D-A66A-1957-E210-8F7691140ED0}"/>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5" name="Square">
              <a:extLst>
                <a:ext uri="{FF2B5EF4-FFF2-40B4-BE49-F238E27FC236}">
                  <a16:creationId xmlns:a16="http://schemas.microsoft.com/office/drawing/2014/main" id="{85E505C9-9F53-6697-096D-F9FA30DA3041}"/>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6" name="Square">
              <a:extLst>
                <a:ext uri="{FF2B5EF4-FFF2-40B4-BE49-F238E27FC236}">
                  <a16:creationId xmlns:a16="http://schemas.microsoft.com/office/drawing/2014/main" id="{242C8510-0333-951B-21A6-E386ED3B4ECE}"/>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7" name="Square">
              <a:extLst>
                <a:ext uri="{FF2B5EF4-FFF2-40B4-BE49-F238E27FC236}">
                  <a16:creationId xmlns:a16="http://schemas.microsoft.com/office/drawing/2014/main" id="{8D239D52-84A6-6B67-95CD-7950EFAC0552}"/>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8" name="Square">
              <a:extLst>
                <a:ext uri="{FF2B5EF4-FFF2-40B4-BE49-F238E27FC236}">
                  <a16:creationId xmlns:a16="http://schemas.microsoft.com/office/drawing/2014/main" id="{9AC6260C-93C0-1E54-B5B0-2E0793CDF829}"/>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29" name="Square">
              <a:extLst>
                <a:ext uri="{FF2B5EF4-FFF2-40B4-BE49-F238E27FC236}">
                  <a16:creationId xmlns:a16="http://schemas.microsoft.com/office/drawing/2014/main" id="{520C172C-C67B-4CF2-5646-958D0432FC54}"/>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0" name="Square">
              <a:extLst>
                <a:ext uri="{FF2B5EF4-FFF2-40B4-BE49-F238E27FC236}">
                  <a16:creationId xmlns:a16="http://schemas.microsoft.com/office/drawing/2014/main" id="{5B6A6235-C591-844B-AD31-0B6F472B3E20}"/>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1" name="Square">
              <a:extLst>
                <a:ext uri="{FF2B5EF4-FFF2-40B4-BE49-F238E27FC236}">
                  <a16:creationId xmlns:a16="http://schemas.microsoft.com/office/drawing/2014/main" id="{BDB611BD-EB6C-BC87-027C-1058616D33ED}"/>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2" name="Square">
              <a:extLst>
                <a:ext uri="{FF2B5EF4-FFF2-40B4-BE49-F238E27FC236}">
                  <a16:creationId xmlns:a16="http://schemas.microsoft.com/office/drawing/2014/main" id="{6C23C3BE-F26F-E2F3-EC26-5021179389DF}"/>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3" name="Square">
              <a:extLst>
                <a:ext uri="{FF2B5EF4-FFF2-40B4-BE49-F238E27FC236}">
                  <a16:creationId xmlns:a16="http://schemas.microsoft.com/office/drawing/2014/main" id="{2E881ACA-AECF-5445-A6E4-8C30F0BA953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4" name="Square">
              <a:extLst>
                <a:ext uri="{FF2B5EF4-FFF2-40B4-BE49-F238E27FC236}">
                  <a16:creationId xmlns:a16="http://schemas.microsoft.com/office/drawing/2014/main" id="{00E6E723-2956-FC0E-CF81-8DBB21ECD20B}"/>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5" name="Square">
              <a:extLst>
                <a:ext uri="{FF2B5EF4-FFF2-40B4-BE49-F238E27FC236}">
                  <a16:creationId xmlns:a16="http://schemas.microsoft.com/office/drawing/2014/main" id="{041B06F5-41ED-90BC-D386-31A3ED7743C0}"/>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6" name="Square">
              <a:extLst>
                <a:ext uri="{FF2B5EF4-FFF2-40B4-BE49-F238E27FC236}">
                  <a16:creationId xmlns:a16="http://schemas.microsoft.com/office/drawing/2014/main" id="{A40D8D71-BB2D-5243-69DE-4FAB810B7192}"/>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7" name="Square">
              <a:extLst>
                <a:ext uri="{FF2B5EF4-FFF2-40B4-BE49-F238E27FC236}">
                  <a16:creationId xmlns:a16="http://schemas.microsoft.com/office/drawing/2014/main" id="{86A6D8DB-8D66-7708-D2E3-F53940A5EE7F}"/>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8" name="Square">
              <a:extLst>
                <a:ext uri="{FF2B5EF4-FFF2-40B4-BE49-F238E27FC236}">
                  <a16:creationId xmlns:a16="http://schemas.microsoft.com/office/drawing/2014/main" id="{9FB6A525-C042-0EE8-37F3-8BAEE72DAC25}"/>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39" name="Square">
              <a:extLst>
                <a:ext uri="{FF2B5EF4-FFF2-40B4-BE49-F238E27FC236}">
                  <a16:creationId xmlns:a16="http://schemas.microsoft.com/office/drawing/2014/main" id="{EDB6BD76-D0AF-2FC3-6DFC-F8EC6790980F}"/>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0" name="Square">
              <a:extLst>
                <a:ext uri="{FF2B5EF4-FFF2-40B4-BE49-F238E27FC236}">
                  <a16:creationId xmlns:a16="http://schemas.microsoft.com/office/drawing/2014/main" id="{8D2D1CAC-CC29-7D1C-FEF4-BC05C17E42DA}"/>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1" name="Square">
              <a:extLst>
                <a:ext uri="{FF2B5EF4-FFF2-40B4-BE49-F238E27FC236}">
                  <a16:creationId xmlns:a16="http://schemas.microsoft.com/office/drawing/2014/main" id="{56B10B54-BF6D-F122-0068-218772294836}"/>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2" name="Square">
              <a:extLst>
                <a:ext uri="{FF2B5EF4-FFF2-40B4-BE49-F238E27FC236}">
                  <a16:creationId xmlns:a16="http://schemas.microsoft.com/office/drawing/2014/main" id="{CDC56A38-5F8E-C1AE-A5D6-816313346DDE}"/>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3" name="Square">
              <a:extLst>
                <a:ext uri="{FF2B5EF4-FFF2-40B4-BE49-F238E27FC236}">
                  <a16:creationId xmlns:a16="http://schemas.microsoft.com/office/drawing/2014/main" id="{72A89AFB-9D5C-0D94-5D68-5B24A945395D}"/>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4" name="Square">
              <a:extLst>
                <a:ext uri="{FF2B5EF4-FFF2-40B4-BE49-F238E27FC236}">
                  <a16:creationId xmlns:a16="http://schemas.microsoft.com/office/drawing/2014/main" id="{54692786-8769-37C4-AA1B-5290C68A64D4}"/>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5" name="Square">
              <a:extLst>
                <a:ext uri="{FF2B5EF4-FFF2-40B4-BE49-F238E27FC236}">
                  <a16:creationId xmlns:a16="http://schemas.microsoft.com/office/drawing/2014/main" id="{5D416C68-273C-92ED-F87A-033A7DBF829C}"/>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6" name="Square">
              <a:extLst>
                <a:ext uri="{FF2B5EF4-FFF2-40B4-BE49-F238E27FC236}">
                  <a16:creationId xmlns:a16="http://schemas.microsoft.com/office/drawing/2014/main" id="{0A045C2D-BA8C-B928-8FFC-E08FF4071F37}"/>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7" name="Square">
              <a:extLst>
                <a:ext uri="{FF2B5EF4-FFF2-40B4-BE49-F238E27FC236}">
                  <a16:creationId xmlns:a16="http://schemas.microsoft.com/office/drawing/2014/main" id="{BDC647FD-BA11-31E6-E096-9CE0E77BFB81}"/>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48" name="Square">
              <a:extLst>
                <a:ext uri="{FF2B5EF4-FFF2-40B4-BE49-F238E27FC236}">
                  <a16:creationId xmlns:a16="http://schemas.microsoft.com/office/drawing/2014/main" id="{C93B74B7-84C9-5C2E-05ED-ECBB87AF636D}"/>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50" name="Square">
              <a:extLst>
                <a:ext uri="{FF2B5EF4-FFF2-40B4-BE49-F238E27FC236}">
                  <a16:creationId xmlns:a16="http://schemas.microsoft.com/office/drawing/2014/main" id="{C64D1722-A040-1375-1F52-41C9DF4E6359}"/>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2" name="TextBox 101">
              <a:extLst>
                <a:ext uri="{FF2B5EF4-FFF2-40B4-BE49-F238E27FC236}">
                  <a16:creationId xmlns:a16="http://schemas.microsoft.com/office/drawing/2014/main" id="{E338BD59-83E2-A20A-54E3-15F651322CAA}"/>
                </a:ext>
              </a:extLst>
            </p:cNvPr>
            <p:cNvSpPr txBox="1"/>
            <p:nvPr userDrawn="1"/>
          </p:nvSpPr>
          <p:spPr>
            <a:xfrm>
              <a:off x="10883229" y="2428150"/>
              <a:ext cx="1022540" cy="2193806"/>
            </a:xfrm>
            <a:prstGeom prst="rect">
              <a:avLst/>
            </a:prstGeom>
            <a:noFill/>
          </p:spPr>
          <p:txBody>
            <a:bodyPr wrap="square" lIns="0" tIns="0" rIns="0" bIns="0" rtlCol="0">
              <a:spAutoFit/>
            </a:bodyPr>
            <a:lstStyle/>
            <a:p>
              <a:pPr>
                <a:lnSpc>
                  <a:spcPct val="110000"/>
                </a:lnSpc>
                <a:buSzPct val="100000"/>
              </a:pPr>
              <a:r>
                <a:rPr lang="en-US" sz="1000" b="1" dirty="0">
                  <a:solidFill>
                    <a:schemeClr val="tx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tx1"/>
                  </a:solidFill>
                  <a:latin typeface="Aptos Light" panose="020B0004020202020204" pitchFamily="34" charset="0"/>
                </a:rPr>
                <a:t>Manila, PH</a:t>
              </a:r>
            </a:p>
            <a:p>
              <a:pPr>
                <a:lnSpc>
                  <a:spcPct val="110000"/>
                </a:lnSpc>
                <a:buSzPct val="100000"/>
              </a:pPr>
              <a:r>
                <a:rPr lang="en-US" sz="1000" dirty="0">
                  <a:solidFill>
                    <a:schemeClr val="tx1"/>
                  </a:solidFill>
                  <a:latin typeface="Aptos Light" panose="020B0004020202020204" pitchFamily="34" charset="0"/>
                </a:rPr>
                <a:t>Sydney, AU</a:t>
              </a:r>
            </a:p>
            <a:p>
              <a:pPr>
                <a:lnSpc>
                  <a:spcPct val="110000"/>
                </a:lnSpc>
                <a:buSzPct val="100000"/>
              </a:pPr>
              <a:r>
                <a:rPr lang="en-US" sz="1000" dirty="0">
                  <a:solidFill>
                    <a:schemeClr val="tx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tx1"/>
                  </a:solidFill>
                  <a:latin typeface="Aptos Light" panose="020B0004020202020204" pitchFamily="34" charset="0"/>
                </a:rPr>
                <a:t>Brisbane, AU</a:t>
              </a:r>
            </a:p>
            <a:p>
              <a:pPr>
                <a:lnSpc>
                  <a:spcPct val="110000"/>
                </a:lnSpc>
                <a:buSzPct val="100000"/>
              </a:pPr>
              <a:r>
                <a:rPr lang="en-US" sz="1000" dirty="0">
                  <a:solidFill>
                    <a:schemeClr val="tx1"/>
                  </a:solidFill>
                  <a:latin typeface="Aptos Light" panose="020B0004020202020204" pitchFamily="34" charset="0"/>
                </a:rPr>
                <a:t>Penang, MY</a:t>
              </a:r>
            </a:p>
            <a:p>
              <a:pPr>
                <a:lnSpc>
                  <a:spcPct val="110000"/>
                </a:lnSpc>
                <a:buSzPct val="100000"/>
              </a:pPr>
              <a:r>
                <a:rPr lang="en-US" sz="1000" dirty="0">
                  <a:solidFill>
                    <a:schemeClr val="tx1"/>
                  </a:solidFill>
                  <a:latin typeface="Aptos Light" panose="020B0004020202020204" pitchFamily="34" charset="0"/>
                </a:rPr>
                <a:t>Kuala Lumpur, MY</a:t>
              </a:r>
            </a:p>
            <a:p>
              <a:pPr>
                <a:lnSpc>
                  <a:spcPct val="110000"/>
                </a:lnSpc>
                <a:buSzPct val="100000"/>
              </a:pPr>
              <a:r>
                <a:rPr lang="en-US" sz="1000" dirty="0">
                  <a:solidFill>
                    <a:schemeClr val="tx1"/>
                  </a:solidFill>
                  <a:latin typeface="Aptos Light" panose="020B0004020202020204" pitchFamily="34" charset="0"/>
                </a:rPr>
                <a:t>Shanghai, CN</a:t>
              </a:r>
            </a:p>
            <a:p>
              <a:pPr>
                <a:lnSpc>
                  <a:spcPct val="110000"/>
                </a:lnSpc>
                <a:buSzPct val="100000"/>
              </a:pPr>
              <a:r>
                <a:rPr lang="en-US" sz="1000" dirty="0">
                  <a:solidFill>
                    <a:schemeClr val="tx1"/>
                  </a:solidFill>
                  <a:latin typeface="Aptos Light" panose="020B0004020202020204" pitchFamily="34" charset="0"/>
                </a:rPr>
                <a:t>Taipei, TW</a:t>
              </a:r>
            </a:p>
            <a:p>
              <a:pPr>
                <a:lnSpc>
                  <a:spcPct val="110000"/>
                </a:lnSpc>
                <a:buSzPct val="100000"/>
              </a:pPr>
              <a:r>
                <a:rPr lang="en-US" sz="1000" dirty="0">
                  <a:solidFill>
                    <a:schemeClr val="tx1"/>
                  </a:solidFill>
                  <a:latin typeface="Aptos Light" panose="020B0004020202020204" pitchFamily="34" charset="0"/>
                </a:rPr>
                <a:t>Hong Kong, HK</a:t>
              </a:r>
            </a:p>
            <a:p>
              <a:pPr>
                <a:lnSpc>
                  <a:spcPct val="110000"/>
                </a:lnSpc>
                <a:buSzPct val="100000"/>
              </a:pPr>
              <a:r>
                <a:rPr lang="en-US" sz="1000" dirty="0">
                  <a:solidFill>
                    <a:schemeClr val="tx1"/>
                  </a:solidFill>
                  <a:latin typeface="Aptos Light" panose="020B0004020202020204" pitchFamily="34" charset="0"/>
                </a:rPr>
                <a:t>Tokyo, JP</a:t>
              </a:r>
            </a:p>
            <a:p>
              <a:pPr>
                <a:lnSpc>
                  <a:spcPct val="110000"/>
                </a:lnSpc>
                <a:buSzPct val="100000"/>
              </a:pPr>
              <a:r>
                <a:rPr lang="en-US" sz="1000" dirty="0">
                  <a:solidFill>
                    <a:schemeClr val="tx1"/>
                  </a:solidFill>
                  <a:latin typeface="Aptos Light" panose="020B0004020202020204" pitchFamily="34" charset="0"/>
                </a:rPr>
                <a:t>Ho chin min, VN</a:t>
              </a:r>
            </a:p>
          </p:txBody>
        </p:sp>
        <p:sp>
          <p:nvSpPr>
            <p:cNvPr id="103" name="Square">
              <a:extLst>
                <a:ext uri="{FF2B5EF4-FFF2-40B4-BE49-F238E27FC236}">
                  <a16:creationId xmlns:a16="http://schemas.microsoft.com/office/drawing/2014/main" id="{18E4DB5B-09FE-9720-8086-AFD4DF41941A}"/>
                </a:ext>
              </a:extLst>
            </p:cNvPr>
            <p:cNvSpPr>
              <a:spLocks noChangeAspect="1"/>
            </p:cNvSpPr>
            <p:nvPr userDrawn="1"/>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4" name="Square">
              <a:extLst>
                <a:ext uri="{FF2B5EF4-FFF2-40B4-BE49-F238E27FC236}">
                  <a16:creationId xmlns:a16="http://schemas.microsoft.com/office/drawing/2014/main" id="{045AA1F3-55D1-AA7F-3DE5-45F5237857BC}"/>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5" name="Square">
              <a:extLst>
                <a:ext uri="{FF2B5EF4-FFF2-40B4-BE49-F238E27FC236}">
                  <a16:creationId xmlns:a16="http://schemas.microsoft.com/office/drawing/2014/main" id="{D4D13C91-F0E5-E4D5-DB46-212A67A6A9AB}"/>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sp>
          <p:nvSpPr>
            <p:cNvPr id="106" name="Square">
              <a:extLst>
                <a:ext uri="{FF2B5EF4-FFF2-40B4-BE49-F238E27FC236}">
                  <a16:creationId xmlns:a16="http://schemas.microsoft.com/office/drawing/2014/main" id="{220DED5F-E096-2E9D-FDE1-06A67F37EFBA}"/>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tx1"/>
                </a:solidFill>
                <a:latin typeface="Aptos Light" panose="020B0004020202020204" pitchFamily="34" charset="0"/>
              </a:endParaRPr>
            </a:p>
          </p:txBody>
        </p:sp>
      </p:grpSp>
    </p:spTree>
    <p:extLst>
      <p:ext uri="{BB962C8B-B14F-4D97-AF65-F5344CB8AC3E}">
        <p14:creationId xmlns:p14="http://schemas.microsoft.com/office/powerpoint/2010/main" val="36994660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Worldwide office locations Updated">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n-US" b="0" dirty="0">
                <a:solidFill>
                  <a:schemeClr val="bg1"/>
                </a:solidFill>
                <a:latin typeface="Aptos Light" panose="020B0004020202020204" pitchFamily="34" charset="0"/>
              </a:rPr>
              <a:t>Engineering change </a:t>
            </a:r>
            <a:br>
              <a:rPr lang="en-US" b="0" dirty="0">
                <a:solidFill>
                  <a:schemeClr val="bg1"/>
                </a:solidFill>
                <a:latin typeface="Aptos Light" panose="020B0004020202020204" pitchFamily="34" charset="0"/>
              </a:rPr>
            </a:br>
            <a:r>
              <a:rPr lang="en-US" b="0" dirty="0">
                <a:solidFill>
                  <a:schemeClr val="bg1"/>
                </a:solidFill>
                <a:latin typeface="Aptos Light" panose="020B0004020202020204" pitchFamily="34" charset="0"/>
              </a:rPr>
              <a:t>all over the world</a:t>
            </a:r>
          </a:p>
        </p:txBody>
      </p:sp>
      <p:sp>
        <p:nvSpPr>
          <p:cNvPr id="56" name="TextBox 55">
            <a:hlinkClick r:id="rId2"/>
            <a:extLst>
              <a:ext uri="{FF2B5EF4-FFF2-40B4-BE49-F238E27FC236}">
                <a16:creationId xmlns:a16="http://schemas.microsoft.com/office/drawing/2014/main" id="{1732A860-6A91-4E4F-856E-71CE8D1089D1}"/>
              </a:ext>
            </a:extLst>
          </p:cNvPr>
          <p:cNvSpPr txBox="1"/>
          <p:nvPr userDrawn="1"/>
        </p:nvSpPr>
        <p:spPr>
          <a:xfrm>
            <a:off x="365125" y="1385476"/>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solidFill>
                  <a:schemeClr val="bg1"/>
                </a:solidFill>
                <a:latin typeface="Aptos Light" panose="020B0004020202020204" pitchFamily="34" charset="0"/>
              </a:rPr>
              <a:t>*To see a list of all offices, visit </a:t>
            </a:r>
            <a:r>
              <a:rPr lang="en-US" sz="1050" b="1" i="0" u="sng" dirty="0">
                <a:solidFill>
                  <a:schemeClr val="bg1"/>
                </a:solidFill>
                <a:latin typeface="Aptos Light" panose="020B0004020202020204" pitchFamily="34" charset="0"/>
              </a:rPr>
              <a:t>ust.com</a:t>
            </a:r>
          </a:p>
        </p:txBody>
      </p:sp>
      <p:grpSp>
        <p:nvGrpSpPr>
          <p:cNvPr id="57" name="Group 56">
            <a:extLst>
              <a:ext uri="{FF2B5EF4-FFF2-40B4-BE49-F238E27FC236}">
                <a16:creationId xmlns:a16="http://schemas.microsoft.com/office/drawing/2014/main" id="{92B132C5-CC10-412E-AD94-F36D86E5AF4B}"/>
              </a:ext>
            </a:extLst>
          </p:cNvPr>
          <p:cNvGrpSpPr/>
          <p:nvPr userDrawn="1"/>
        </p:nvGrpSpPr>
        <p:grpSpPr>
          <a:xfrm>
            <a:off x="365125" y="5468863"/>
            <a:ext cx="1933173" cy="402342"/>
            <a:chOff x="505022" y="1208296"/>
            <a:chExt cx="1933173" cy="402342"/>
          </a:xfrm>
        </p:grpSpPr>
        <p:sp>
          <p:nvSpPr>
            <p:cNvPr id="59" name="TextBox 58">
              <a:extLst>
                <a:ext uri="{FF2B5EF4-FFF2-40B4-BE49-F238E27FC236}">
                  <a16:creationId xmlns:a16="http://schemas.microsoft.com/office/drawing/2014/main" id="{50913AE0-B9F7-4413-8397-0FC8AD99E10B}"/>
                </a:ext>
              </a:extLst>
            </p:cNvPr>
            <p:cNvSpPr txBox="1"/>
            <p:nvPr/>
          </p:nvSpPr>
          <p:spPr>
            <a:xfrm>
              <a:off x="775880" y="1456750"/>
              <a:ext cx="763029"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Other Centers</a:t>
              </a:r>
            </a:p>
          </p:txBody>
        </p:sp>
        <p:sp>
          <p:nvSpPr>
            <p:cNvPr id="60" name="Square">
              <a:extLst>
                <a:ext uri="{FF2B5EF4-FFF2-40B4-BE49-F238E27FC236}">
                  <a16:creationId xmlns:a16="http://schemas.microsoft.com/office/drawing/2014/main" id="{C75C07E8-0C08-4227-B303-CA8744030FE4}"/>
                </a:ext>
              </a:extLst>
            </p:cNvPr>
            <p:cNvSpPr>
              <a:spLocks noChangeAspect="1"/>
            </p:cNvSpPr>
            <p:nvPr/>
          </p:nvSpPr>
          <p:spPr bwMode="auto">
            <a:xfrm>
              <a:off x="505022" y="1236605"/>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1" name="Square">
              <a:extLst>
                <a:ext uri="{FF2B5EF4-FFF2-40B4-BE49-F238E27FC236}">
                  <a16:creationId xmlns:a16="http://schemas.microsoft.com/office/drawing/2014/main" id="{6AC559D2-DFFF-4ED4-9221-1023751DD5D9}"/>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62" name="TextBox 61">
              <a:extLst>
                <a:ext uri="{FF2B5EF4-FFF2-40B4-BE49-F238E27FC236}">
                  <a16:creationId xmlns:a16="http://schemas.microsoft.com/office/drawing/2014/main" id="{99649D56-614B-49F9-8ABC-79863BB56E96}"/>
                </a:ext>
              </a:extLst>
            </p:cNvPr>
            <p:cNvSpPr txBox="1"/>
            <p:nvPr/>
          </p:nvSpPr>
          <p:spPr>
            <a:xfrm>
              <a:off x="775880" y="1208296"/>
              <a:ext cx="1662315" cy="153888"/>
            </a:xfrm>
            <a:prstGeom prst="rect">
              <a:avLst/>
            </a:prstGeom>
            <a:noFill/>
          </p:spPr>
          <p:txBody>
            <a:bodyPr wrap="none" lIns="0" tIns="0" rIns="0" bIns="0" rtlCol="0">
              <a:spAutoFit/>
            </a:bodyPr>
            <a:lstStyle/>
            <a:p>
              <a:pPr>
                <a:lnSpc>
                  <a:spcPct val="100000"/>
                </a:lnSpc>
                <a:spcBef>
                  <a:spcPts val="1200"/>
                </a:spcBef>
                <a:buSzPct val="100000"/>
              </a:pPr>
              <a:r>
                <a:rPr lang="en-GB" sz="1000" dirty="0">
                  <a:solidFill>
                    <a:schemeClr val="bg1"/>
                  </a:solidFill>
                  <a:latin typeface="Aptos Light" panose="020B0004020202020204" pitchFamily="34" charset="0"/>
                </a:rPr>
                <a:t>Main Offices &amp; Innovation Labs</a:t>
              </a:r>
            </a:p>
          </p:txBody>
        </p:sp>
      </p:grpSp>
      <p:sp>
        <p:nvSpPr>
          <p:cNvPr id="63" name="Rectangle 62">
            <a:extLst>
              <a:ext uri="{FF2B5EF4-FFF2-40B4-BE49-F238E27FC236}">
                <a16:creationId xmlns:a16="http://schemas.microsoft.com/office/drawing/2014/main" id="{55D4FDE3-3E8F-43F3-8282-6B3FACF3C636}"/>
              </a:ext>
            </a:extLst>
          </p:cNvPr>
          <p:cNvSpPr/>
          <p:nvPr userDrawn="1"/>
        </p:nvSpPr>
        <p:spPr>
          <a:xfrm>
            <a:off x="365125" y="1966988"/>
            <a:ext cx="2007961" cy="1843012"/>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IN" sz="1800" dirty="0">
              <a:latin typeface="Aptos Light" panose="020B0004020202020204" pitchFamily="34" charset="0"/>
            </a:endParaRPr>
          </a:p>
        </p:txBody>
      </p:sp>
      <p:sp>
        <p:nvSpPr>
          <p:cNvPr id="64" name="Rectangle 63">
            <a:extLst>
              <a:ext uri="{FF2B5EF4-FFF2-40B4-BE49-F238E27FC236}">
                <a16:creationId xmlns:a16="http://schemas.microsoft.com/office/drawing/2014/main" id="{30934E2A-55C6-4E66-A9D0-72BE32B65200}"/>
              </a:ext>
            </a:extLst>
          </p:cNvPr>
          <p:cNvSpPr>
            <a:spLocks/>
          </p:cNvSpPr>
          <p:nvPr userDrawn="1"/>
        </p:nvSpPr>
        <p:spPr>
          <a:xfrm>
            <a:off x="525519" y="2233661"/>
            <a:ext cx="1764000" cy="774226"/>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86% of our global footprint is ISO 14001:2015 (Environmental Management System)</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65" name="Rectangle 64">
            <a:extLst>
              <a:ext uri="{FF2B5EF4-FFF2-40B4-BE49-F238E27FC236}">
                <a16:creationId xmlns:a16="http://schemas.microsoft.com/office/drawing/2014/main" id="{AF1F2AAE-832C-4863-9906-685EC7D61FF2}"/>
              </a:ext>
            </a:extLst>
          </p:cNvPr>
          <p:cNvSpPr>
            <a:spLocks/>
          </p:cNvSpPr>
          <p:nvPr userDrawn="1"/>
        </p:nvSpPr>
        <p:spPr>
          <a:xfrm>
            <a:off x="525519" y="3102453"/>
            <a:ext cx="1764000" cy="388065"/>
          </a:xfrm>
          <a:prstGeom prst="rect">
            <a:avLst/>
          </a:prstGeom>
          <a:noFill/>
        </p:spPr>
        <p:txBody>
          <a:bodyPr wrap="square" anchor="ctr">
            <a:noAutofit/>
          </a:bodyPr>
          <a:lstStyle/>
          <a:p>
            <a:pPr marL="0" marR="0" lvl="2" algn="l" defTabSz="914400" rtl="0" eaLnBrk="1" fontAlgn="auto" latinLnBrk="0" hangingPunct="1">
              <a:lnSpc>
                <a:spcPct val="120000"/>
              </a:lnSpc>
              <a:spcBef>
                <a:spcPts val="0"/>
              </a:spcBef>
              <a:spcAft>
                <a:spcPts val="600"/>
              </a:spcAft>
              <a:buClrTx/>
              <a:buSzTx/>
              <a:tabLst/>
              <a:defRPr/>
            </a:pPr>
            <a:r>
              <a:rPr kumimoji="0" lang="en-US"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rPr>
              <a:t>43% of our global footprint is LEED Gold Certified</a:t>
            </a:r>
            <a:endParaRPr kumimoji="0" lang="en-IN" sz="1000" i="0" u="none" strike="noStrike" kern="1200" cap="none" spc="0" normalizeH="0" baseline="0" noProof="0" dirty="0">
              <a:ln>
                <a:noFill/>
              </a:ln>
              <a:effectLst/>
              <a:uLnTx/>
              <a:uFillTx/>
              <a:latin typeface="Aptos Light" panose="020B0004020202020204" pitchFamily="34" charset="0"/>
              <a:ea typeface="Calibri" panose="020F0502020204030204" pitchFamily="34" charset="0"/>
              <a:cs typeface="+mn-cs"/>
            </a:endParaRPr>
          </a:p>
        </p:txBody>
      </p:sp>
      <p:sp>
        <p:nvSpPr>
          <p:cNvPr id="5" name="UST" descr="UST">
            <a:extLst>
              <a:ext uri="{FF2B5EF4-FFF2-40B4-BE49-F238E27FC236}">
                <a16:creationId xmlns:a16="http://schemas.microsoft.com/office/drawing/2014/main" id="{72D52E3F-9A96-46B2-35AF-A2385C66C267}"/>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231F20"/>
              </a:solidFill>
              <a:effectLst/>
              <a:uLnTx/>
              <a:uFillTx/>
            </a:endParaRPr>
          </a:p>
        </p:txBody>
      </p:sp>
      <p:sp>
        <p:nvSpPr>
          <p:cNvPr id="6" name="Legal">
            <a:extLst>
              <a:ext uri="{FF2B5EF4-FFF2-40B4-BE49-F238E27FC236}">
                <a16:creationId xmlns:a16="http://schemas.microsoft.com/office/drawing/2014/main" id="{91C9DE65-92FF-E31B-4F50-1D04E1E2AEE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B0A46B1E-3B82-5F78-393F-101F550F1FF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grpSp>
        <p:nvGrpSpPr>
          <p:cNvPr id="113" name="Group 112">
            <a:extLst>
              <a:ext uri="{FF2B5EF4-FFF2-40B4-BE49-F238E27FC236}">
                <a16:creationId xmlns:a16="http://schemas.microsoft.com/office/drawing/2014/main" id="{9F598E1F-F716-1FF1-60C3-3C5FB4FD98A1}"/>
              </a:ext>
            </a:extLst>
          </p:cNvPr>
          <p:cNvGrpSpPr/>
          <p:nvPr userDrawn="1"/>
        </p:nvGrpSpPr>
        <p:grpSpPr>
          <a:xfrm>
            <a:off x="2807849" y="1020802"/>
            <a:ext cx="9059820" cy="5362262"/>
            <a:chOff x="2807849" y="1020802"/>
            <a:chExt cx="9059820" cy="5362262"/>
          </a:xfrm>
        </p:grpSpPr>
        <p:grpSp>
          <p:nvGrpSpPr>
            <p:cNvPr id="10" name="Group 9">
              <a:extLst>
                <a:ext uri="{FF2B5EF4-FFF2-40B4-BE49-F238E27FC236}">
                  <a16:creationId xmlns:a16="http://schemas.microsoft.com/office/drawing/2014/main" id="{F7430789-A31B-06F7-35E3-AF97CD47F6BF}"/>
                </a:ext>
              </a:extLst>
            </p:cNvPr>
            <p:cNvGrpSpPr/>
            <p:nvPr userDrawn="1"/>
          </p:nvGrpSpPr>
          <p:grpSpPr>
            <a:xfrm>
              <a:off x="2807849" y="1020802"/>
              <a:ext cx="8852619" cy="5362262"/>
              <a:chOff x="2845949" y="1020802"/>
              <a:chExt cx="8852619" cy="5362262"/>
            </a:xfrm>
          </p:grpSpPr>
          <p:sp>
            <p:nvSpPr>
              <p:cNvPr id="11" name="TextBox 10">
                <a:extLst>
                  <a:ext uri="{FF2B5EF4-FFF2-40B4-BE49-F238E27FC236}">
                    <a16:creationId xmlns:a16="http://schemas.microsoft.com/office/drawing/2014/main" id="{C0C52C69-8DF0-37A2-CA5E-28499212BC8D}"/>
                  </a:ext>
                </a:extLst>
              </p:cNvPr>
              <p:cNvSpPr txBox="1"/>
              <p:nvPr/>
            </p:nvSpPr>
            <p:spPr>
              <a:xfrm>
                <a:off x="2845949" y="2336626"/>
                <a:ext cx="1098058" cy="3063274"/>
              </a:xfrm>
              <a:prstGeom prst="rect">
                <a:avLst/>
              </a:prstGeom>
              <a:noFill/>
            </p:spPr>
            <p:txBody>
              <a:bodyPr wrap="none" lIns="0" tIns="0" rIns="0" bIns="0" rtlCol="0">
                <a:spAutoFit/>
              </a:bodyPr>
              <a:lstStyle/>
              <a:p>
                <a:pPr>
                  <a:lnSpc>
                    <a:spcPct val="110000"/>
                  </a:lnSpc>
                  <a:spcAft>
                    <a:spcPts val="100"/>
                  </a:spcAft>
                  <a:buSzPct val="100000"/>
                </a:pPr>
                <a:r>
                  <a:rPr lang="en-US" sz="1000" b="1" dirty="0">
                    <a:solidFill>
                      <a:schemeClr val="bg1"/>
                    </a:solidFill>
                    <a:latin typeface="Aptos Light" panose="020B0004020202020204" pitchFamily="34" charset="0"/>
                  </a:rPr>
                  <a:t>AMERICAS</a:t>
                </a:r>
              </a:p>
              <a:p>
                <a:pPr>
                  <a:lnSpc>
                    <a:spcPct val="110000"/>
                  </a:lnSpc>
                  <a:spcAft>
                    <a:spcPts val="100"/>
                  </a:spcAft>
                  <a:buSzPct val="100000"/>
                </a:pPr>
                <a:r>
                  <a:rPr lang="en-US" sz="1000" dirty="0">
                    <a:solidFill>
                      <a:schemeClr val="accent6"/>
                    </a:solidFill>
                    <a:latin typeface="Aptos Light" panose="020B0004020202020204" pitchFamily="34" charset="0"/>
                  </a:rPr>
                  <a:t>Global HQ – Orange </a:t>
                </a:r>
                <a:br>
                  <a:rPr lang="en-US" sz="1000" dirty="0">
                    <a:solidFill>
                      <a:schemeClr val="accent6"/>
                    </a:solidFill>
                    <a:latin typeface="Aptos Light" panose="020B0004020202020204" pitchFamily="34" charset="0"/>
                  </a:rPr>
                </a:br>
                <a:r>
                  <a:rPr lang="en-US" sz="1000" dirty="0">
                    <a:solidFill>
                      <a:schemeClr val="accent6"/>
                    </a:solidFill>
                    <a:latin typeface="Aptos Light" panose="020B0004020202020204" pitchFamily="34" charset="0"/>
                  </a:rPr>
                  <a:t>County, CA</a:t>
                </a:r>
              </a:p>
              <a:p>
                <a:pPr>
                  <a:lnSpc>
                    <a:spcPct val="110000"/>
                  </a:lnSpc>
                  <a:spcAft>
                    <a:spcPts val="100"/>
                  </a:spcAft>
                  <a:buSzPct val="100000"/>
                </a:pPr>
                <a:r>
                  <a:rPr lang="en-US" sz="1000" dirty="0">
                    <a:solidFill>
                      <a:schemeClr val="bg1"/>
                    </a:solidFill>
                    <a:latin typeface="Aptos Light" panose="020B0004020202020204" pitchFamily="34" charset="0"/>
                  </a:rPr>
                  <a:t>Bentonville, AR</a:t>
                </a:r>
              </a:p>
              <a:p>
                <a:pPr>
                  <a:lnSpc>
                    <a:spcPct val="110000"/>
                  </a:lnSpc>
                  <a:spcAft>
                    <a:spcPts val="100"/>
                  </a:spcAft>
                  <a:buSzPct val="100000"/>
                </a:pPr>
                <a:r>
                  <a:rPr lang="en-US" sz="1000" dirty="0">
                    <a:solidFill>
                      <a:schemeClr val="bg1"/>
                    </a:solidFill>
                    <a:latin typeface="Aptos Light" panose="020B0004020202020204" pitchFamily="34" charset="0"/>
                  </a:rPr>
                  <a:t>Chicago, IL </a:t>
                </a:r>
              </a:p>
              <a:p>
                <a:pPr>
                  <a:lnSpc>
                    <a:spcPct val="110000"/>
                  </a:lnSpc>
                  <a:spcAft>
                    <a:spcPts val="100"/>
                  </a:spcAft>
                  <a:buSzPct val="100000"/>
                </a:pPr>
                <a:r>
                  <a:rPr lang="en-US" sz="1000" dirty="0">
                    <a:solidFill>
                      <a:schemeClr val="bg1"/>
                    </a:solidFill>
                    <a:latin typeface="Aptos Light" panose="020B0004020202020204" pitchFamily="34" charset="0"/>
                  </a:rPr>
                  <a:t>Norfolk, VA</a:t>
                </a:r>
              </a:p>
              <a:p>
                <a:pPr>
                  <a:lnSpc>
                    <a:spcPct val="110000"/>
                  </a:lnSpc>
                  <a:spcAft>
                    <a:spcPts val="100"/>
                  </a:spcAft>
                  <a:buSzPct val="100000"/>
                </a:pPr>
                <a:r>
                  <a:rPr lang="en-US" sz="1000" dirty="0">
                    <a:solidFill>
                      <a:schemeClr val="bg1"/>
                    </a:solidFill>
                    <a:latin typeface="Aptos Light" panose="020B0004020202020204" pitchFamily="34" charset="0"/>
                  </a:rPr>
                  <a:t>Atlanta, GA</a:t>
                </a:r>
              </a:p>
              <a:p>
                <a:pPr>
                  <a:lnSpc>
                    <a:spcPct val="110000"/>
                  </a:lnSpc>
                  <a:spcAft>
                    <a:spcPts val="100"/>
                  </a:spcAft>
                  <a:buSzPct val="100000"/>
                </a:pPr>
                <a:r>
                  <a:rPr lang="en-US" sz="1000" dirty="0">
                    <a:solidFill>
                      <a:schemeClr val="bg1"/>
                    </a:solidFill>
                    <a:latin typeface="Aptos Light" panose="020B0004020202020204" pitchFamily="34" charset="0"/>
                  </a:rPr>
                  <a:t>Seattle, WA</a:t>
                </a:r>
              </a:p>
              <a:p>
                <a:pPr>
                  <a:lnSpc>
                    <a:spcPct val="110000"/>
                  </a:lnSpc>
                  <a:spcAft>
                    <a:spcPts val="100"/>
                  </a:spcAft>
                  <a:buSzPct val="100000"/>
                </a:pPr>
                <a:r>
                  <a:rPr lang="en-US" sz="1000" dirty="0">
                    <a:solidFill>
                      <a:schemeClr val="bg1"/>
                    </a:solidFill>
                    <a:latin typeface="Aptos Light" panose="020B0004020202020204" pitchFamily="34" charset="0"/>
                  </a:rPr>
                  <a:t>Toronto, CA</a:t>
                </a:r>
              </a:p>
              <a:p>
                <a:pPr>
                  <a:lnSpc>
                    <a:spcPct val="110000"/>
                  </a:lnSpc>
                  <a:spcAft>
                    <a:spcPts val="100"/>
                  </a:spcAft>
                  <a:buSzPct val="100000"/>
                </a:pPr>
                <a:r>
                  <a:rPr lang="en-US" sz="1000" dirty="0">
                    <a:solidFill>
                      <a:schemeClr val="bg1"/>
                    </a:solidFill>
                    <a:latin typeface="Aptos Light" panose="020B0004020202020204" pitchFamily="34" charset="0"/>
                  </a:rPr>
                  <a:t>Vancouver, CA</a:t>
                </a:r>
              </a:p>
              <a:p>
                <a:pPr>
                  <a:lnSpc>
                    <a:spcPct val="110000"/>
                  </a:lnSpc>
                  <a:spcAft>
                    <a:spcPts val="100"/>
                  </a:spcAft>
                  <a:buSzPct val="100000"/>
                </a:pPr>
                <a:r>
                  <a:rPr lang="en-US" sz="1000" dirty="0">
                    <a:solidFill>
                      <a:schemeClr val="bg1"/>
                    </a:solidFill>
                    <a:latin typeface="Aptos Light" panose="020B0004020202020204" pitchFamily="34" charset="0"/>
                  </a:rPr>
                  <a:t>Guadalajara, MX</a:t>
                </a:r>
              </a:p>
              <a:p>
                <a:pPr>
                  <a:lnSpc>
                    <a:spcPct val="110000"/>
                  </a:lnSpc>
                  <a:spcAft>
                    <a:spcPts val="100"/>
                  </a:spcAft>
                  <a:buSzPct val="100000"/>
                </a:pPr>
                <a:r>
                  <a:rPr lang="en-US" sz="1000" dirty="0">
                    <a:solidFill>
                      <a:schemeClr val="bg1"/>
                    </a:solidFill>
                    <a:latin typeface="Aptos Light" panose="020B0004020202020204" pitchFamily="34" charset="0"/>
                  </a:rPr>
                  <a:t>Leon, MX</a:t>
                </a:r>
              </a:p>
              <a:p>
                <a:pPr>
                  <a:lnSpc>
                    <a:spcPct val="110000"/>
                  </a:lnSpc>
                  <a:spcAft>
                    <a:spcPts val="100"/>
                  </a:spcAft>
                  <a:buSzPct val="100000"/>
                </a:pPr>
                <a:r>
                  <a:rPr lang="en-US" sz="1000" dirty="0">
                    <a:solidFill>
                      <a:schemeClr val="bg1"/>
                    </a:solidFill>
                    <a:latin typeface="Aptos Light" panose="020B0004020202020204" pitchFamily="34" charset="0"/>
                  </a:rPr>
                  <a:t>San Jose, CR</a:t>
                </a:r>
              </a:p>
              <a:p>
                <a:pPr>
                  <a:lnSpc>
                    <a:spcPct val="110000"/>
                  </a:lnSpc>
                  <a:spcAft>
                    <a:spcPts val="100"/>
                  </a:spcAft>
                  <a:buSzPct val="100000"/>
                </a:pPr>
                <a:r>
                  <a:rPr lang="en-US" sz="1000" dirty="0">
                    <a:solidFill>
                      <a:schemeClr val="bg1"/>
                    </a:solidFill>
                    <a:latin typeface="Aptos Light" panose="020B0004020202020204" pitchFamily="34" charset="0"/>
                  </a:rPr>
                  <a:t>Santiago, CL</a:t>
                </a:r>
              </a:p>
              <a:p>
                <a:pPr>
                  <a:lnSpc>
                    <a:spcPct val="110000"/>
                  </a:lnSpc>
                  <a:spcAft>
                    <a:spcPts val="100"/>
                  </a:spcAft>
                  <a:buSzPct val="100000"/>
                </a:pPr>
                <a:r>
                  <a:rPr lang="en-US" sz="1000" dirty="0">
                    <a:solidFill>
                      <a:schemeClr val="bg1"/>
                    </a:solidFill>
                    <a:latin typeface="Aptos Light" panose="020B0004020202020204" pitchFamily="34" charset="0"/>
                  </a:rPr>
                  <a:t>Lima, PE</a:t>
                </a:r>
              </a:p>
              <a:p>
                <a:pPr>
                  <a:lnSpc>
                    <a:spcPct val="110000"/>
                  </a:lnSpc>
                  <a:spcAft>
                    <a:spcPts val="100"/>
                  </a:spcAft>
                  <a:buSzPct val="100000"/>
                </a:pPr>
                <a:r>
                  <a:rPr lang="en-US" sz="1000" dirty="0">
                    <a:solidFill>
                      <a:schemeClr val="bg1"/>
                    </a:solidFill>
                    <a:latin typeface="Aptos Light" panose="020B0004020202020204" pitchFamily="34" charset="0"/>
                  </a:rPr>
                  <a:t>Sao Paulo, BR</a:t>
                </a:r>
              </a:p>
              <a:p>
                <a:pPr>
                  <a:lnSpc>
                    <a:spcPct val="110000"/>
                  </a:lnSpc>
                  <a:spcAft>
                    <a:spcPts val="100"/>
                  </a:spcAft>
                  <a:buSzPct val="100000"/>
                </a:pPr>
                <a:r>
                  <a:rPr lang="en-US" sz="1000" dirty="0">
                    <a:solidFill>
                      <a:schemeClr val="bg1"/>
                    </a:solidFill>
                    <a:latin typeface="Aptos Light" panose="020B0004020202020204" pitchFamily="34" charset="0"/>
                  </a:rPr>
                  <a:t>Bogota, CO</a:t>
                </a:r>
              </a:p>
            </p:txBody>
          </p:sp>
          <p:sp>
            <p:nvSpPr>
              <p:cNvPr id="12" name="TextBox 11">
                <a:extLst>
                  <a:ext uri="{FF2B5EF4-FFF2-40B4-BE49-F238E27FC236}">
                    <a16:creationId xmlns:a16="http://schemas.microsoft.com/office/drawing/2014/main" id="{5AA8534D-13C7-D906-C04C-CC4AF29FE7DB}"/>
                  </a:ext>
                </a:extLst>
              </p:cNvPr>
              <p:cNvSpPr txBox="1"/>
              <p:nvPr/>
            </p:nvSpPr>
            <p:spPr>
              <a:xfrm>
                <a:off x="8669029" y="3791605"/>
                <a:ext cx="1073228" cy="1855251"/>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INDIA</a:t>
                </a:r>
              </a:p>
              <a:p>
                <a:pPr>
                  <a:lnSpc>
                    <a:spcPct val="110000"/>
                  </a:lnSpc>
                  <a:buSzPct val="100000"/>
                </a:pPr>
                <a:r>
                  <a:rPr lang="en-US" sz="1000" dirty="0">
                    <a:solidFill>
                      <a:schemeClr val="accent3"/>
                    </a:solidFill>
                    <a:latin typeface="Aptos Light" panose="020B0004020202020204" pitchFamily="34" charset="0"/>
                  </a:rPr>
                  <a:t>Trivandrum</a:t>
                </a:r>
              </a:p>
              <a:p>
                <a:pPr>
                  <a:lnSpc>
                    <a:spcPct val="110000"/>
                  </a:lnSpc>
                  <a:buSzPct val="100000"/>
                </a:pPr>
                <a:r>
                  <a:rPr lang="en-US" sz="1000" dirty="0">
                    <a:solidFill>
                      <a:schemeClr val="bg1"/>
                    </a:solidFill>
                    <a:latin typeface="Aptos Light" panose="020B0004020202020204" pitchFamily="34" charset="0"/>
                  </a:rPr>
                  <a:t>Bangalore</a:t>
                </a:r>
              </a:p>
              <a:p>
                <a:pPr>
                  <a:lnSpc>
                    <a:spcPct val="110000"/>
                  </a:lnSpc>
                  <a:buSzPct val="100000"/>
                </a:pPr>
                <a:r>
                  <a:rPr lang="en-US" sz="1000" dirty="0">
                    <a:solidFill>
                      <a:schemeClr val="bg1"/>
                    </a:solidFill>
                    <a:latin typeface="Aptos Light" panose="020B0004020202020204" pitchFamily="34" charset="0"/>
                  </a:rPr>
                  <a:t>Chennai</a:t>
                </a:r>
              </a:p>
              <a:p>
                <a:pPr>
                  <a:lnSpc>
                    <a:spcPct val="110000"/>
                  </a:lnSpc>
                  <a:buSzPct val="100000"/>
                </a:pPr>
                <a:r>
                  <a:rPr lang="en-US" sz="1000" dirty="0">
                    <a:solidFill>
                      <a:schemeClr val="bg1"/>
                    </a:solidFill>
                    <a:latin typeface="Aptos Light" panose="020B0004020202020204" pitchFamily="34" charset="0"/>
                  </a:rPr>
                  <a:t>Hyderabad</a:t>
                </a:r>
              </a:p>
              <a:p>
                <a:pPr>
                  <a:lnSpc>
                    <a:spcPct val="110000"/>
                  </a:lnSpc>
                  <a:buSzPct val="100000"/>
                </a:pPr>
                <a:r>
                  <a:rPr lang="en-US" sz="1000" dirty="0">
                    <a:solidFill>
                      <a:schemeClr val="bg1"/>
                    </a:solidFill>
                    <a:latin typeface="Aptos Light" panose="020B0004020202020204" pitchFamily="34" charset="0"/>
                  </a:rPr>
                  <a:t>Kochi</a:t>
                </a:r>
              </a:p>
              <a:p>
                <a:pPr>
                  <a:lnSpc>
                    <a:spcPct val="110000"/>
                  </a:lnSpc>
                  <a:buSzPct val="100000"/>
                </a:pPr>
                <a:r>
                  <a:rPr lang="en-US" sz="1000" dirty="0">
                    <a:solidFill>
                      <a:schemeClr val="bg1"/>
                    </a:solidFill>
                    <a:latin typeface="Aptos Light" panose="020B0004020202020204" pitchFamily="34" charset="0"/>
                  </a:rPr>
                  <a:t>Delhi</a:t>
                </a:r>
              </a:p>
              <a:p>
                <a:pPr>
                  <a:lnSpc>
                    <a:spcPct val="110000"/>
                  </a:lnSpc>
                  <a:buSzPct val="100000"/>
                </a:pPr>
                <a:r>
                  <a:rPr lang="en-US" sz="1000" dirty="0">
                    <a:solidFill>
                      <a:schemeClr val="bg1"/>
                    </a:solidFill>
                    <a:latin typeface="Aptos Light" panose="020B0004020202020204" pitchFamily="34" charset="0"/>
                  </a:rPr>
                  <a:t>Coimbatore </a:t>
                </a:r>
              </a:p>
              <a:p>
                <a:pPr>
                  <a:lnSpc>
                    <a:spcPct val="110000"/>
                  </a:lnSpc>
                  <a:buSzPct val="100000"/>
                </a:pPr>
                <a:r>
                  <a:rPr lang="en-US" sz="1000" dirty="0">
                    <a:solidFill>
                      <a:schemeClr val="bg1"/>
                    </a:solidFill>
                    <a:latin typeface="Aptos Light" panose="020B0004020202020204" pitchFamily="34" charset="0"/>
                  </a:rPr>
                  <a:t>Hosur </a:t>
                </a:r>
              </a:p>
              <a:p>
                <a:pPr>
                  <a:lnSpc>
                    <a:spcPct val="110000"/>
                  </a:lnSpc>
                  <a:buSzPct val="100000"/>
                </a:pPr>
                <a:r>
                  <a:rPr lang="en-US" sz="1000" dirty="0">
                    <a:solidFill>
                      <a:schemeClr val="bg1"/>
                    </a:solidFill>
                    <a:latin typeface="Aptos Light" panose="020B0004020202020204" pitchFamily="34" charset="0"/>
                  </a:rPr>
                  <a:t>Pune</a:t>
                </a:r>
              </a:p>
              <a:p>
                <a:pPr>
                  <a:lnSpc>
                    <a:spcPct val="110000"/>
                  </a:lnSpc>
                  <a:buSzPct val="100000"/>
                </a:pPr>
                <a:r>
                  <a:rPr lang="en-US" sz="1000" dirty="0">
                    <a:solidFill>
                      <a:schemeClr val="bg1"/>
                    </a:solidFill>
                    <a:latin typeface="Aptos Light" panose="020B0004020202020204" pitchFamily="34" charset="0"/>
                  </a:rPr>
                  <a:t>Kolkata</a:t>
                </a:r>
              </a:p>
            </p:txBody>
          </p:sp>
          <p:sp>
            <p:nvSpPr>
              <p:cNvPr id="13" name="TextBox 12">
                <a:extLst>
                  <a:ext uri="{FF2B5EF4-FFF2-40B4-BE49-F238E27FC236}">
                    <a16:creationId xmlns:a16="http://schemas.microsoft.com/office/drawing/2014/main" id="{9EAA5007-3ED3-A147-2AD9-CC254E815CF4}"/>
                  </a:ext>
                </a:extLst>
              </p:cNvPr>
              <p:cNvSpPr txBox="1"/>
              <p:nvPr/>
            </p:nvSpPr>
            <p:spPr>
              <a:xfrm>
                <a:off x="5910807" y="2284867"/>
                <a:ext cx="857607" cy="1516697"/>
              </a:xfrm>
              <a:prstGeom prst="rect">
                <a:avLst/>
              </a:prstGeom>
              <a:noFill/>
            </p:spPr>
            <p:txBody>
              <a:bodyPr wrap="non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EMEA</a:t>
                </a:r>
              </a:p>
              <a:p>
                <a:pPr>
                  <a:lnSpc>
                    <a:spcPct val="110000"/>
                  </a:lnSpc>
                  <a:buSzPct val="100000"/>
                </a:pPr>
                <a:r>
                  <a:rPr lang="en-US" sz="1000" dirty="0">
                    <a:solidFill>
                      <a:schemeClr val="accent3"/>
                    </a:solidFill>
                    <a:latin typeface="Aptos Light" panose="020B0004020202020204" pitchFamily="34" charset="0"/>
                  </a:rPr>
                  <a:t>London, UK</a:t>
                </a:r>
              </a:p>
              <a:p>
                <a:pPr>
                  <a:lnSpc>
                    <a:spcPct val="110000"/>
                  </a:lnSpc>
                  <a:buSzPct val="100000"/>
                </a:pPr>
                <a:r>
                  <a:rPr lang="en-US" sz="1000" dirty="0">
                    <a:solidFill>
                      <a:schemeClr val="bg1"/>
                    </a:solidFill>
                    <a:latin typeface="Aptos Light" panose="020B0004020202020204" pitchFamily="34" charset="0"/>
                  </a:rPr>
                  <a:t>Leeds, UK</a:t>
                </a:r>
              </a:p>
              <a:p>
                <a:pPr>
                  <a:lnSpc>
                    <a:spcPct val="110000"/>
                  </a:lnSpc>
                  <a:buSzPct val="100000"/>
                </a:pPr>
                <a:r>
                  <a:rPr lang="en-US" sz="1000" dirty="0">
                    <a:solidFill>
                      <a:schemeClr val="bg1"/>
                    </a:solidFill>
                    <a:latin typeface="Aptos Light" panose="020B0004020202020204" pitchFamily="34" charset="0"/>
                  </a:rPr>
                  <a:t>Nottingham, UK</a:t>
                </a:r>
              </a:p>
              <a:p>
                <a:pPr>
                  <a:lnSpc>
                    <a:spcPct val="110000"/>
                  </a:lnSpc>
                  <a:buSzPct val="100000"/>
                </a:pPr>
                <a:r>
                  <a:rPr lang="en-US" sz="1000" dirty="0">
                    <a:solidFill>
                      <a:schemeClr val="bg1"/>
                    </a:solidFill>
                    <a:latin typeface="Aptos Light" panose="020B0004020202020204" pitchFamily="34" charset="0"/>
                  </a:rPr>
                  <a:t>Dublin, IE</a:t>
                </a:r>
              </a:p>
              <a:p>
                <a:pPr>
                  <a:lnSpc>
                    <a:spcPct val="110000"/>
                  </a:lnSpc>
                  <a:buSzPct val="100000"/>
                </a:pPr>
                <a:r>
                  <a:rPr lang="en-US" sz="1000" dirty="0">
                    <a:solidFill>
                      <a:schemeClr val="bg1"/>
                    </a:solidFill>
                    <a:latin typeface="Aptos Light" panose="020B0004020202020204" pitchFamily="34" charset="0"/>
                  </a:rPr>
                  <a:t>Madrid, ES</a:t>
                </a:r>
              </a:p>
              <a:p>
                <a:pPr>
                  <a:lnSpc>
                    <a:spcPct val="110000"/>
                  </a:lnSpc>
                  <a:buSzPct val="100000"/>
                </a:pPr>
                <a:r>
                  <a:rPr lang="en-US" sz="1000" dirty="0">
                    <a:solidFill>
                      <a:schemeClr val="bg1"/>
                    </a:solidFill>
                    <a:latin typeface="Aptos Light" panose="020B0004020202020204" pitchFamily="34" charset="0"/>
                  </a:rPr>
                  <a:t>Tel Aviv, IS</a:t>
                </a:r>
              </a:p>
              <a:p>
                <a:pPr>
                  <a:lnSpc>
                    <a:spcPct val="110000"/>
                  </a:lnSpc>
                  <a:buSzPct val="100000"/>
                </a:pPr>
                <a:r>
                  <a:rPr lang="en-US" sz="1000" dirty="0">
                    <a:solidFill>
                      <a:schemeClr val="bg1"/>
                    </a:solidFill>
                    <a:latin typeface="Aptos Light" panose="020B0004020202020204" pitchFamily="34" charset="0"/>
                  </a:rPr>
                  <a:t>Cologne, DE</a:t>
                </a:r>
              </a:p>
              <a:p>
                <a:pPr>
                  <a:lnSpc>
                    <a:spcPct val="110000"/>
                  </a:lnSpc>
                  <a:buSzPct val="100000"/>
                </a:pPr>
                <a:r>
                  <a:rPr lang="en-US" sz="1000" dirty="0">
                    <a:solidFill>
                      <a:schemeClr val="bg1"/>
                    </a:solidFill>
                    <a:latin typeface="Aptos Light" panose="020B0004020202020204" pitchFamily="34" charset="0"/>
                  </a:rPr>
                  <a:t>Lisbon, PT</a:t>
                </a:r>
              </a:p>
            </p:txBody>
          </p:sp>
          <p:sp>
            <p:nvSpPr>
              <p:cNvPr id="14" name="TextBox 13">
                <a:extLst>
                  <a:ext uri="{FF2B5EF4-FFF2-40B4-BE49-F238E27FC236}">
                    <a16:creationId xmlns:a16="http://schemas.microsoft.com/office/drawing/2014/main" id="{2F83EF09-5165-EE3B-5243-BA9FD01793CC}"/>
                  </a:ext>
                </a:extLst>
              </p:cNvPr>
              <p:cNvSpPr txBox="1"/>
              <p:nvPr/>
            </p:nvSpPr>
            <p:spPr>
              <a:xfrm>
                <a:off x="6318430" y="3850704"/>
                <a:ext cx="910506" cy="2532360"/>
              </a:xfrm>
              <a:prstGeom prst="rect">
                <a:avLst/>
              </a:prstGeom>
              <a:noFill/>
            </p:spPr>
            <p:txBody>
              <a:bodyPr wrap="none" lIns="0" tIns="0" rIns="0" bIns="0" rtlCol="0">
                <a:spAutoFit/>
              </a:bodyPr>
              <a:lstStyle/>
              <a:p>
                <a:pPr>
                  <a:lnSpc>
                    <a:spcPct val="110000"/>
                  </a:lnSpc>
                  <a:buSzPct val="100000"/>
                </a:pPr>
                <a:r>
                  <a:rPr lang="en-US" sz="1000" dirty="0">
                    <a:solidFill>
                      <a:schemeClr val="bg1"/>
                    </a:solidFill>
                    <a:latin typeface="Aptos Light" panose="020B0004020202020204" pitchFamily="34" charset="0"/>
                  </a:rPr>
                  <a:t>Paris, FR</a:t>
                </a:r>
              </a:p>
              <a:p>
                <a:pPr>
                  <a:lnSpc>
                    <a:spcPct val="110000"/>
                  </a:lnSpc>
                  <a:buSzPct val="100000"/>
                </a:pPr>
                <a:r>
                  <a:rPr lang="en-US" sz="1000" dirty="0">
                    <a:solidFill>
                      <a:schemeClr val="bg1"/>
                    </a:solidFill>
                    <a:latin typeface="Aptos Light" panose="020B0004020202020204" pitchFamily="34" charset="0"/>
                  </a:rPr>
                  <a:t>Gdansk, PL</a:t>
                </a:r>
              </a:p>
              <a:p>
                <a:pPr>
                  <a:lnSpc>
                    <a:spcPct val="110000"/>
                  </a:lnSpc>
                  <a:buSzPct val="100000"/>
                </a:pPr>
                <a:r>
                  <a:rPr lang="en-US" sz="1000" dirty="0">
                    <a:solidFill>
                      <a:schemeClr val="bg1"/>
                    </a:solidFill>
                    <a:latin typeface="Aptos Light" panose="020B0004020202020204" pitchFamily="34" charset="0"/>
                  </a:rPr>
                  <a:t>Bucharest, RO</a:t>
                </a:r>
              </a:p>
              <a:p>
                <a:pPr>
                  <a:lnSpc>
                    <a:spcPct val="110000"/>
                  </a:lnSpc>
                  <a:buSzPct val="100000"/>
                </a:pPr>
                <a:r>
                  <a:rPr lang="en-US" sz="1000" dirty="0">
                    <a:solidFill>
                      <a:schemeClr val="bg1"/>
                    </a:solidFill>
                    <a:latin typeface="Aptos Light" panose="020B0004020202020204" pitchFamily="34" charset="0"/>
                  </a:rPr>
                  <a:t>Sofia, BG</a:t>
                </a:r>
              </a:p>
              <a:p>
                <a:pPr>
                  <a:lnSpc>
                    <a:spcPct val="110000"/>
                  </a:lnSpc>
                  <a:buSzPct val="100000"/>
                </a:pPr>
                <a:r>
                  <a:rPr lang="en-US" sz="1000" dirty="0">
                    <a:solidFill>
                      <a:schemeClr val="bg1"/>
                    </a:solidFill>
                    <a:latin typeface="Aptos Light" panose="020B0004020202020204" pitchFamily="34" charset="0"/>
                  </a:rPr>
                  <a:t>Helmond, NL</a:t>
                </a:r>
              </a:p>
              <a:p>
                <a:pPr>
                  <a:lnSpc>
                    <a:spcPct val="110000"/>
                  </a:lnSpc>
                  <a:buSzPct val="100000"/>
                </a:pPr>
                <a:r>
                  <a:rPr lang="en-US" sz="1000" dirty="0">
                    <a:solidFill>
                      <a:schemeClr val="bg1"/>
                    </a:solidFill>
                    <a:latin typeface="Aptos Light" panose="020B0004020202020204" pitchFamily="34" charset="0"/>
                  </a:rPr>
                  <a:t>Barcelona, ES</a:t>
                </a:r>
              </a:p>
              <a:p>
                <a:pPr>
                  <a:lnSpc>
                    <a:spcPct val="110000"/>
                  </a:lnSpc>
                  <a:buSzPct val="100000"/>
                </a:pPr>
                <a:r>
                  <a:rPr lang="en-US" sz="1000" b="0" dirty="0">
                    <a:solidFill>
                      <a:schemeClr val="bg1"/>
                    </a:solidFill>
                    <a:latin typeface="Aptos Light" panose="020B0004020202020204" pitchFamily="34" charset="0"/>
                  </a:rPr>
                  <a:t>Bilbao, ES</a:t>
                </a:r>
              </a:p>
              <a:p>
                <a:pPr>
                  <a:lnSpc>
                    <a:spcPct val="110000"/>
                  </a:lnSpc>
                  <a:buSzPct val="100000"/>
                </a:pPr>
                <a:r>
                  <a:rPr lang="en-US" sz="1000" dirty="0">
                    <a:solidFill>
                      <a:schemeClr val="bg1"/>
                    </a:solidFill>
                    <a:latin typeface="Aptos Light" panose="020B0004020202020204" pitchFamily="34" charset="0"/>
                  </a:rPr>
                  <a:t>Salamanca, ES</a:t>
                </a:r>
              </a:p>
              <a:p>
                <a:pPr>
                  <a:lnSpc>
                    <a:spcPct val="110000"/>
                  </a:lnSpc>
                  <a:buSzPct val="100000"/>
                </a:pPr>
                <a:r>
                  <a:rPr lang="en-US" sz="1000" dirty="0">
                    <a:solidFill>
                      <a:schemeClr val="bg1"/>
                    </a:solidFill>
                    <a:latin typeface="Aptos Light" panose="020B0004020202020204" pitchFamily="34" charset="0"/>
                  </a:rPr>
                  <a:t>Valencia, ES</a:t>
                </a:r>
              </a:p>
              <a:p>
                <a:pPr>
                  <a:lnSpc>
                    <a:spcPct val="110000"/>
                  </a:lnSpc>
                  <a:buSzPct val="100000"/>
                </a:pPr>
                <a:r>
                  <a:rPr lang="en-US" sz="1000" dirty="0">
                    <a:solidFill>
                      <a:schemeClr val="bg1"/>
                    </a:solidFill>
                    <a:latin typeface="Aptos Light" panose="020B0004020202020204" pitchFamily="34" charset="0"/>
                  </a:rPr>
                  <a:t>Zaragoza, ES</a:t>
                </a:r>
              </a:p>
              <a:p>
                <a:pPr>
                  <a:lnSpc>
                    <a:spcPct val="110000"/>
                  </a:lnSpc>
                  <a:buSzPct val="100000"/>
                </a:pPr>
                <a:r>
                  <a:rPr lang="en-US" sz="1000" dirty="0">
                    <a:solidFill>
                      <a:schemeClr val="bg1"/>
                    </a:solidFill>
                    <a:latin typeface="Aptos Light" panose="020B0004020202020204" pitchFamily="34" charset="0"/>
                  </a:rPr>
                  <a:t>Copenhagen, DK</a:t>
                </a:r>
              </a:p>
              <a:p>
                <a:pPr>
                  <a:lnSpc>
                    <a:spcPct val="110000"/>
                  </a:lnSpc>
                  <a:buSzPct val="100000"/>
                </a:pPr>
                <a:r>
                  <a:rPr lang="en-US" sz="1000" dirty="0">
                    <a:solidFill>
                      <a:schemeClr val="bg1"/>
                    </a:solidFill>
                    <a:latin typeface="Aptos Light" panose="020B0004020202020204" pitchFamily="34" charset="0"/>
                  </a:rPr>
                  <a:t>Zurich, CH</a:t>
                </a:r>
              </a:p>
              <a:p>
                <a:pPr>
                  <a:lnSpc>
                    <a:spcPct val="110000"/>
                  </a:lnSpc>
                  <a:buSzPct val="100000"/>
                </a:pPr>
                <a:r>
                  <a:rPr lang="en-US" sz="1000" dirty="0">
                    <a:solidFill>
                      <a:schemeClr val="bg1"/>
                    </a:solidFill>
                    <a:latin typeface="Aptos Light" panose="020B0004020202020204" pitchFamily="34" charset="0"/>
                  </a:rPr>
                  <a:t>Kyiv, UA</a:t>
                </a:r>
              </a:p>
              <a:p>
                <a:pPr>
                  <a:lnSpc>
                    <a:spcPct val="110000"/>
                  </a:lnSpc>
                  <a:buSzPct val="100000"/>
                </a:pPr>
                <a:r>
                  <a:rPr lang="en-US" sz="1000" dirty="0">
                    <a:solidFill>
                      <a:schemeClr val="bg1"/>
                    </a:solidFill>
                    <a:latin typeface="Aptos Light" panose="020B0004020202020204" pitchFamily="34" charset="0"/>
                  </a:rPr>
                  <a:t>Prague, CZ</a:t>
                </a:r>
              </a:p>
              <a:p>
                <a:pPr>
                  <a:lnSpc>
                    <a:spcPct val="110000"/>
                  </a:lnSpc>
                  <a:buSzPct val="100000"/>
                </a:pPr>
                <a:r>
                  <a:rPr lang="en-US" sz="1000" dirty="0">
                    <a:solidFill>
                      <a:schemeClr val="bg1"/>
                    </a:solidFill>
                    <a:latin typeface="Aptos Light" panose="020B0004020202020204" pitchFamily="34" charset="0"/>
                  </a:rPr>
                  <a:t>Cape Town, ZA</a:t>
                </a:r>
              </a:p>
            </p:txBody>
          </p:sp>
          <p:sp>
            <p:nvSpPr>
              <p:cNvPr id="15" name="World">
                <a:extLst>
                  <a:ext uri="{FF2B5EF4-FFF2-40B4-BE49-F238E27FC236}">
                    <a16:creationId xmlns:a16="http://schemas.microsoft.com/office/drawing/2014/main" id="{3FE8F938-34F8-0B7F-FFFD-32CF1F5A0C17}"/>
                  </a:ext>
                </a:extLst>
              </p:cNvPr>
              <p:cNvSpPr>
                <a:spLocks noChangeAspect="1" noEditPoints="1"/>
              </p:cNvSpPr>
              <p:nvPr/>
            </p:nvSpPr>
            <p:spPr bwMode="auto">
              <a:xfrm>
                <a:off x="3054484" y="1020802"/>
                <a:ext cx="8644084" cy="4481044"/>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6" name="Square">
                <a:extLst>
                  <a:ext uri="{FF2B5EF4-FFF2-40B4-BE49-F238E27FC236}">
                    <a16:creationId xmlns:a16="http://schemas.microsoft.com/office/drawing/2014/main" id="{67A26279-B929-9BC2-044B-77426A7DAD19}"/>
                  </a:ext>
                </a:extLst>
              </p:cNvPr>
              <p:cNvSpPr>
                <a:spLocks noChangeAspect="1"/>
              </p:cNvSpPr>
              <p:nvPr/>
            </p:nvSpPr>
            <p:spPr bwMode="auto">
              <a:xfrm>
                <a:off x="4051148" y="2799766"/>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7" name="Square">
                <a:extLst>
                  <a:ext uri="{FF2B5EF4-FFF2-40B4-BE49-F238E27FC236}">
                    <a16:creationId xmlns:a16="http://schemas.microsoft.com/office/drawing/2014/main" id="{9328C6FB-19D0-BE02-EE66-EFA7D8FB2876}"/>
                  </a:ext>
                </a:extLst>
              </p:cNvPr>
              <p:cNvSpPr>
                <a:spLocks noChangeAspect="1"/>
              </p:cNvSpPr>
              <p:nvPr/>
            </p:nvSpPr>
            <p:spPr bwMode="auto">
              <a:xfrm>
                <a:off x="4931739" y="240462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8" name="Square">
                <a:extLst>
                  <a:ext uri="{FF2B5EF4-FFF2-40B4-BE49-F238E27FC236}">
                    <a16:creationId xmlns:a16="http://schemas.microsoft.com/office/drawing/2014/main" id="{1E11430B-A31C-AEF2-8547-A04398C8755F}"/>
                  </a:ext>
                </a:extLst>
              </p:cNvPr>
              <p:cNvSpPr>
                <a:spLocks noChangeAspect="1"/>
              </p:cNvSpPr>
              <p:nvPr/>
            </p:nvSpPr>
            <p:spPr bwMode="auto">
              <a:xfrm>
                <a:off x="515170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9" name="Square">
                <a:extLst>
                  <a:ext uri="{FF2B5EF4-FFF2-40B4-BE49-F238E27FC236}">
                    <a16:creationId xmlns:a16="http://schemas.microsoft.com/office/drawing/2014/main" id="{DD0EDE27-D86A-8C68-7C37-B6D9C77427CF}"/>
                  </a:ext>
                </a:extLst>
              </p:cNvPr>
              <p:cNvSpPr>
                <a:spLocks noChangeAspect="1"/>
              </p:cNvSpPr>
              <p:nvPr/>
            </p:nvSpPr>
            <p:spPr bwMode="auto">
              <a:xfrm>
                <a:off x="4839521" y="27807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0" name="Square">
                <a:extLst>
                  <a:ext uri="{FF2B5EF4-FFF2-40B4-BE49-F238E27FC236}">
                    <a16:creationId xmlns:a16="http://schemas.microsoft.com/office/drawing/2014/main" id="{138267B0-4825-D4EB-542E-EDF2AAB4550A}"/>
                  </a:ext>
                </a:extLst>
              </p:cNvPr>
              <p:cNvSpPr>
                <a:spLocks noChangeAspect="1"/>
              </p:cNvSpPr>
              <p:nvPr/>
            </p:nvSpPr>
            <p:spPr bwMode="auto">
              <a:xfrm>
                <a:off x="5117220" y="25575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1" name="Square">
                <a:extLst>
                  <a:ext uri="{FF2B5EF4-FFF2-40B4-BE49-F238E27FC236}">
                    <a16:creationId xmlns:a16="http://schemas.microsoft.com/office/drawing/2014/main" id="{7FA37A15-237C-2F73-300C-00224B4AFA68}"/>
                  </a:ext>
                </a:extLst>
              </p:cNvPr>
              <p:cNvSpPr>
                <a:spLocks noChangeAspect="1"/>
              </p:cNvSpPr>
              <p:nvPr/>
            </p:nvSpPr>
            <p:spPr bwMode="auto">
              <a:xfrm>
                <a:off x="4990497" y="289912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2" name="Square">
                <a:extLst>
                  <a:ext uri="{FF2B5EF4-FFF2-40B4-BE49-F238E27FC236}">
                    <a16:creationId xmlns:a16="http://schemas.microsoft.com/office/drawing/2014/main" id="{ED96E231-F9AB-7A2A-1A0A-960D5749C051}"/>
                  </a:ext>
                </a:extLst>
              </p:cNvPr>
              <p:cNvSpPr>
                <a:spLocks noChangeAspect="1"/>
              </p:cNvSpPr>
              <p:nvPr/>
            </p:nvSpPr>
            <p:spPr bwMode="auto">
              <a:xfrm>
                <a:off x="4760996" y="294269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3" name="Square">
                <a:extLst>
                  <a:ext uri="{FF2B5EF4-FFF2-40B4-BE49-F238E27FC236}">
                    <a16:creationId xmlns:a16="http://schemas.microsoft.com/office/drawing/2014/main" id="{AC65D65A-2C4A-B143-0527-82C40E777B6A}"/>
                  </a:ext>
                </a:extLst>
              </p:cNvPr>
              <p:cNvSpPr>
                <a:spLocks noChangeAspect="1"/>
              </p:cNvSpPr>
              <p:nvPr/>
            </p:nvSpPr>
            <p:spPr bwMode="auto">
              <a:xfrm>
                <a:off x="4586118" y="243190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4" name="Square">
                <a:extLst>
                  <a:ext uri="{FF2B5EF4-FFF2-40B4-BE49-F238E27FC236}">
                    <a16:creationId xmlns:a16="http://schemas.microsoft.com/office/drawing/2014/main" id="{D7A69F09-86AF-790E-96D2-DA105B6F9535}"/>
                  </a:ext>
                </a:extLst>
              </p:cNvPr>
              <p:cNvSpPr>
                <a:spLocks noChangeAspect="1"/>
              </p:cNvSpPr>
              <p:nvPr/>
            </p:nvSpPr>
            <p:spPr bwMode="auto">
              <a:xfrm>
                <a:off x="5297034" y="2298468"/>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5" name="Square">
                <a:extLst>
                  <a:ext uri="{FF2B5EF4-FFF2-40B4-BE49-F238E27FC236}">
                    <a16:creationId xmlns:a16="http://schemas.microsoft.com/office/drawing/2014/main" id="{87DB51B2-A8B1-E158-8929-9DA4177D738A}"/>
                  </a:ext>
                </a:extLst>
              </p:cNvPr>
              <p:cNvSpPr>
                <a:spLocks noChangeAspect="1"/>
              </p:cNvSpPr>
              <p:nvPr/>
            </p:nvSpPr>
            <p:spPr bwMode="auto">
              <a:xfrm>
                <a:off x="4799123" y="340378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6" name="Square">
                <a:extLst>
                  <a:ext uri="{FF2B5EF4-FFF2-40B4-BE49-F238E27FC236}">
                    <a16:creationId xmlns:a16="http://schemas.microsoft.com/office/drawing/2014/main" id="{43B835E9-9846-82C7-6AD4-675E69910F0C}"/>
                  </a:ext>
                </a:extLst>
              </p:cNvPr>
              <p:cNvSpPr>
                <a:spLocks noChangeAspect="1"/>
              </p:cNvSpPr>
              <p:nvPr/>
            </p:nvSpPr>
            <p:spPr bwMode="auto">
              <a:xfrm>
                <a:off x="4645418" y="332607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7" name="Square">
                <a:extLst>
                  <a:ext uri="{FF2B5EF4-FFF2-40B4-BE49-F238E27FC236}">
                    <a16:creationId xmlns:a16="http://schemas.microsoft.com/office/drawing/2014/main" id="{8B4D612C-B096-0420-FF96-59DCBDFE816C}"/>
                  </a:ext>
                </a:extLst>
              </p:cNvPr>
              <p:cNvSpPr>
                <a:spLocks noChangeAspect="1"/>
              </p:cNvSpPr>
              <p:nvPr/>
            </p:nvSpPr>
            <p:spPr bwMode="auto">
              <a:xfrm>
                <a:off x="4936641" y="34886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8" name="Square">
                <a:extLst>
                  <a:ext uri="{FF2B5EF4-FFF2-40B4-BE49-F238E27FC236}">
                    <a16:creationId xmlns:a16="http://schemas.microsoft.com/office/drawing/2014/main" id="{D63A0856-32E0-0F35-27C2-70955F7DC0D3}"/>
                  </a:ext>
                </a:extLst>
              </p:cNvPr>
              <p:cNvSpPr>
                <a:spLocks noChangeAspect="1"/>
              </p:cNvSpPr>
              <p:nvPr/>
            </p:nvSpPr>
            <p:spPr bwMode="auto">
              <a:xfrm>
                <a:off x="5319945" y="46419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29" name="Square">
                <a:extLst>
                  <a:ext uri="{FF2B5EF4-FFF2-40B4-BE49-F238E27FC236}">
                    <a16:creationId xmlns:a16="http://schemas.microsoft.com/office/drawing/2014/main" id="{95D1C2E3-FEA2-8231-77C2-C8D03658E11D}"/>
                  </a:ext>
                </a:extLst>
              </p:cNvPr>
              <p:cNvSpPr>
                <a:spLocks noChangeAspect="1"/>
              </p:cNvSpPr>
              <p:nvPr/>
            </p:nvSpPr>
            <p:spPr bwMode="auto">
              <a:xfrm>
                <a:off x="5220779" y="407906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0" name="Square">
                <a:extLst>
                  <a:ext uri="{FF2B5EF4-FFF2-40B4-BE49-F238E27FC236}">
                    <a16:creationId xmlns:a16="http://schemas.microsoft.com/office/drawing/2014/main" id="{30FBE2CB-BAEF-6F48-F9C3-C80000EA205B}"/>
                  </a:ext>
                </a:extLst>
              </p:cNvPr>
              <p:cNvSpPr>
                <a:spLocks noChangeAspect="1"/>
              </p:cNvSpPr>
              <p:nvPr/>
            </p:nvSpPr>
            <p:spPr bwMode="auto">
              <a:xfrm>
                <a:off x="5872653" y="458348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1" name="Square">
                <a:extLst>
                  <a:ext uri="{FF2B5EF4-FFF2-40B4-BE49-F238E27FC236}">
                    <a16:creationId xmlns:a16="http://schemas.microsoft.com/office/drawing/2014/main" id="{0D5ABB8D-E420-7FF6-CDE9-208381692C6D}"/>
                  </a:ext>
                </a:extLst>
              </p:cNvPr>
              <p:cNvSpPr>
                <a:spLocks noChangeAspect="1"/>
              </p:cNvSpPr>
              <p:nvPr/>
            </p:nvSpPr>
            <p:spPr bwMode="auto">
              <a:xfrm>
                <a:off x="6966396" y="232903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2" name="Square">
                <a:extLst>
                  <a:ext uri="{FF2B5EF4-FFF2-40B4-BE49-F238E27FC236}">
                    <a16:creationId xmlns:a16="http://schemas.microsoft.com/office/drawing/2014/main" id="{592B8B7E-6D0F-08C4-A5DA-BF09236EA0E7}"/>
                  </a:ext>
                </a:extLst>
              </p:cNvPr>
              <p:cNvSpPr>
                <a:spLocks noChangeAspect="1"/>
              </p:cNvSpPr>
              <p:nvPr/>
            </p:nvSpPr>
            <p:spPr bwMode="auto">
              <a:xfrm>
                <a:off x="8861447" y="3594187"/>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3" name="Square">
                <a:extLst>
                  <a:ext uri="{FF2B5EF4-FFF2-40B4-BE49-F238E27FC236}">
                    <a16:creationId xmlns:a16="http://schemas.microsoft.com/office/drawing/2014/main" id="{8910958B-1F4E-446A-51AE-EB40B6B62336}"/>
                  </a:ext>
                </a:extLst>
              </p:cNvPr>
              <p:cNvSpPr>
                <a:spLocks noChangeAspect="1"/>
              </p:cNvSpPr>
              <p:nvPr/>
            </p:nvSpPr>
            <p:spPr bwMode="auto">
              <a:xfrm>
                <a:off x="9490780" y="3619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4" name="Square">
                <a:extLst>
                  <a:ext uri="{FF2B5EF4-FFF2-40B4-BE49-F238E27FC236}">
                    <a16:creationId xmlns:a16="http://schemas.microsoft.com/office/drawing/2014/main" id="{C7E05D64-4D2C-21C9-16B8-007A74C49F31}"/>
                  </a:ext>
                </a:extLst>
              </p:cNvPr>
              <p:cNvSpPr>
                <a:spLocks noChangeAspect="1"/>
              </p:cNvSpPr>
              <p:nvPr/>
            </p:nvSpPr>
            <p:spPr bwMode="auto">
              <a:xfrm>
                <a:off x="6947333" y="222080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5" name="Square">
                <a:extLst>
                  <a:ext uri="{FF2B5EF4-FFF2-40B4-BE49-F238E27FC236}">
                    <a16:creationId xmlns:a16="http://schemas.microsoft.com/office/drawing/2014/main" id="{C70C53DA-A0E4-9D6C-7E08-061CC8DF28B9}"/>
                  </a:ext>
                </a:extLst>
              </p:cNvPr>
              <p:cNvSpPr>
                <a:spLocks noChangeAspect="1"/>
              </p:cNvSpPr>
              <p:nvPr/>
            </p:nvSpPr>
            <p:spPr bwMode="auto">
              <a:xfrm>
                <a:off x="10072856" y="355767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6" name="Square">
                <a:extLst>
                  <a:ext uri="{FF2B5EF4-FFF2-40B4-BE49-F238E27FC236}">
                    <a16:creationId xmlns:a16="http://schemas.microsoft.com/office/drawing/2014/main" id="{A70E6316-2F59-6FF9-FFBE-6448FFED2C81}"/>
                  </a:ext>
                </a:extLst>
              </p:cNvPr>
              <p:cNvSpPr>
                <a:spLocks noChangeAspect="1"/>
              </p:cNvSpPr>
              <p:nvPr/>
            </p:nvSpPr>
            <p:spPr bwMode="auto">
              <a:xfrm>
                <a:off x="10761695" y="462157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7" name="Square">
                <a:extLst>
                  <a:ext uri="{FF2B5EF4-FFF2-40B4-BE49-F238E27FC236}">
                    <a16:creationId xmlns:a16="http://schemas.microsoft.com/office/drawing/2014/main" id="{E5ABBFA6-2329-0C11-9205-CF9882EB4A20}"/>
                  </a:ext>
                </a:extLst>
              </p:cNvPr>
              <p:cNvSpPr>
                <a:spLocks noChangeAspect="1"/>
              </p:cNvSpPr>
              <p:nvPr/>
            </p:nvSpPr>
            <p:spPr bwMode="auto">
              <a:xfrm>
                <a:off x="10761695" y="44669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8" name="Square">
                <a:extLst>
                  <a:ext uri="{FF2B5EF4-FFF2-40B4-BE49-F238E27FC236}">
                    <a16:creationId xmlns:a16="http://schemas.microsoft.com/office/drawing/2014/main" id="{57253D0C-020D-CD34-839C-AF10340A12BA}"/>
                  </a:ext>
                </a:extLst>
              </p:cNvPr>
              <p:cNvSpPr>
                <a:spLocks noChangeAspect="1"/>
              </p:cNvSpPr>
              <p:nvPr/>
            </p:nvSpPr>
            <p:spPr bwMode="auto">
              <a:xfrm>
                <a:off x="9565034" y="373273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39" name="Square">
                <a:extLst>
                  <a:ext uri="{FF2B5EF4-FFF2-40B4-BE49-F238E27FC236}">
                    <a16:creationId xmlns:a16="http://schemas.microsoft.com/office/drawing/2014/main" id="{2B8AD9ED-0D48-EB41-CE76-2123EEB02C49}"/>
                  </a:ext>
                </a:extLst>
              </p:cNvPr>
              <p:cNvSpPr>
                <a:spLocks noChangeAspect="1"/>
              </p:cNvSpPr>
              <p:nvPr/>
            </p:nvSpPr>
            <p:spPr bwMode="auto">
              <a:xfrm>
                <a:off x="9946198" y="310791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0" name="Square">
                <a:extLst>
                  <a:ext uri="{FF2B5EF4-FFF2-40B4-BE49-F238E27FC236}">
                    <a16:creationId xmlns:a16="http://schemas.microsoft.com/office/drawing/2014/main" id="{80970C8F-AF98-5E82-9DC5-D3887559C43C}"/>
                  </a:ext>
                </a:extLst>
              </p:cNvPr>
              <p:cNvSpPr>
                <a:spLocks noChangeAspect="1"/>
              </p:cNvSpPr>
              <p:nvPr/>
            </p:nvSpPr>
            <p:spPr bwMode="auto">
              <a:xfrm>
                <a:off x="9783772" y="327162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1" name="Square">
                <a:extLst>
                  <a:ext uri="{FF2B5EF4-FFF2-40B4-BE49-F238E27FC236}">
                    <a16:creationId xmlns:a16="http://schemas.microsoft.com/office/drawing/2014/main" id="{DAA58229-4FCC-B2FF-00C3-FE7C34CDD77A}"/>
                  </a:ext>
                </a:extLst>
              </p:cNvPr>
              <p:cNvSpPr>
                <a:spLocks noChangeAspect="1"/>
              </p:cNvSpPr>
              <p:nvPr/>
            </p:nvSpPr>
            <p:spPr bwMode="auto">
              <a:xfrm>
                <a:off x="7168798" y="2397849"/>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2" name="Square">
                <a:extLst>
                  <a:ext uri="{FF2B5EF4-FFF2-40B4-BE49-F238E27FC236}">
                    <a16:creationId xmlns:a16="http://schemas.microsoft.com/office/drawing/2014/main" id="{E6708028-F2B1-C4EE-B159-3C4E65433B14}"/>
                  </a:ext>
                </a:extLst>
              </p:cNvPr>
              <p:cNvSpPr>
                <a:spLocks noChangeAspect="1"/>
              </p:cNvSpPr>
              <p:nvPr/>
            </p:nvSpPr>
            <p:spPr bwMode="auto">
              <a:xfrm>
                <a:off x="6854597" y="275201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3" name="Square">
                <a:extLst>
                  <a:ext uri="{FF2B5EF4-FFF2-40B4-BE49-F238E27FC236}">
                    <a16:creationId xmlns:a16="http://schemas.microsoft.com/office/drawing/2014/main" id="{8325C179-21ED-B3AA-8F1B-AA8C3C7124F2}"/>
                  </a:ext>
                </a:extLst>
              </p:cNvPr>
              <p:cNvSpPr>
                <a:spLocks noChangeAspect="1"/>
              </p:cNvSpPr>
              <p:nvPr/>
            </p:nvSpPr>
            <p:spPr bwMode="auto">
              <a:xfrm>
                <a:off x="7114847" y="2502484"/>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4" name="Square">
                <a:extLst>
                  <a:ext uri="{FF2B5EF4-FFF2-40B4-BE49-F238E27FC236}">
                    <a16:creationId xmlns:a16="http://schemas.microsoft.com/office/drawing/2014/main" id="{11EC5895-F354-F3AA-47E1-6770E6662A58}"/>
                  </a:ext>
                </a:extLst>
              </p:cNvPr>
              <p:cNvSpPr>
                <a:spLocks noChangeAspect="1"/>
              </p:cNvSpPr>
              <p:nvPr/>
            </p:nvSpPr>
            <p:spPr bwMode="auto">
              <a:xfrm>
                <a:off x="7425211" y="2267991"/>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5" name="Square">
                <a:extLst>
                  <a:ext uri="{FF2B5EF4-FFF2-40B4-BE49-F238E27FC236}">
                    <a16:creationId xmlns:a16="http://schemas.microsoft.com/office/drawing/2014/main" id="{D5FE631E-5625-D21A-41EA-6399EF3BBE9A}"/>
                  </a:ext>
                </a:extLst>
              </p:cNvPr>
              <p:cNvSpPr>
                <a:spLocks noChangeAspect="1"/>
              </p:cNvSpPr>
              <p:nvPr/>
            </p:nvSpPr>
            <p:spPr bwMode="auto">
              <a:xfrm>
                <a:off x="8116379" y="2628205"/>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6" name="Square">
                <a:extLst>
                  <a:ext uri="{FF2B5EF4-FFF2-40B4-BE49-F238E27FC236}">
                    <a16:creationId xmlns:a16="http://schemas.microsoft.com/office/drawing/2014/main" id="{D991AC59-3DEB-3393-7252-D866B3F7BF9C}"/>
                  </a:ext>
                </a:extLst>
              </p:cNvPr>
              <p:cNvSpPr>
                <a:spLocks noChangeAspect="1"/>
              </p:cNvSpPr>
              <p:nvPr/>
            </p:nvSpPr>
            <p:spPr bwMode="auto">
              <a:xfrm>
                <a:off x="8024873" y="271789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7" name="Square">
                <a:extLst>
                  <a:ext uri="{FF2B5EF4-FFF2-40B4-BE49-F238E27FC236}">
                    <a16:creationId xmlns:a16="http://schemas.microsoft.com/office/drawing/2014/main" id="{6138F91D-8B75-CAEA-1588-8C090238EF52}"/>
                  </a:ext>
                </a:extLst>
              </p:cNvPr>
              <p:cNvSpPr>
                <a:spLocks noChangeAspect="1"/>
              </p:cNvSpPr>
              <p:nvPr/>
            </p:nvSpPr>
            <p:spPr bwMode="auto">
              <a:xfrm>
                <a:off x="8833524" y="349284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8" name="Square">
                <a:extLst>
                  <a:ext uri="{FF2B5EF4-FFF2-40B4-BE49-F238E27FC236}">
                    <a16:creationId xmlns:a16="http://schemas.microsoft.com/office/drawing/2014/main" id="{5E046FFC-23AA-7465-968E-D43F4BCF9263}"/>
                  </a:ext>
                </a:extLst>
              </p:cNvPr>
              <p:cNvSpPr>
                <a:spLocks noChangeAspect="1"/>
              </p:cNvSpPr>
              <p:nvPr/>
            </p:nvSpPr>
            <p:spPr bwMode="auto">
              <a:xfrm>
                <a:off x="8931926" y="335076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49" name="Square">
                <a:extLst>
                  <a:ext uri="{FF2B5EF4-FFF2-40B4-BE49-F238E27FC236}">
                    <a16:creationId xmlns:a16="http://schemas.microsoft.com/office/drawing/2014/main" id="{8B89AAF0-3ABD-7B46-1F98-82429C1F1298}"/>
                  </a:ext>
                </a:extLst>
              </p:cNvPr>
              <p:cNvSpPr>
                <a:spLocks noChangeAspect="1"/>
              </p:cNvSpPr>
              <p:nvPr/>
            </p:nvSpPr>
            <p:spPr bwMode="auto">
              <a:xfrm>
                <a:off x="8785192" y="312195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0" name="Square">
                <a:extLst>
                  <a:ext uri="{FF2B5EF4-FFF2-40B4-BE49-F238E27FC236}">
                    <a16:creationId xmlns:a16="http://schemas.microsoft.com/office/drawing/2014/main" id="{41D95BC9-88D3-2E5C-A1D3-B48F6B8E5348}"/>
                  </a:ext>
                </a:extLst>
              </p:cNvPr>
              <p:cNvSpPr>
                <a:spLocks noChangeAspect="1"/>
              </p:cNvSpPr>
              <p:nvPr/>
            </p:nvSpPr>
            <p:spPr bwMode="auto">
              <a:xfrm>
                <a:off x="6801823" y="2298467"/>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1" name="Square">
                <a:extLst>
                  <a:ext uri="{FF2B5EF4-FFF2-40B4-BE49-F238E27FC236}">
                    <a16:creationId xmlns:a16="http://schemas.microsoft.com/office/drawing/2014/main" id="{A57B613D-3B82-D39F-7596-6F608373C4B8}"/>
                  </a:ext>
                </a:extLst>
              </p:cNvPr>
              <p:cNvSpPr>
                <a:spLocks noChangeAspect="1"/>
              </p:cNvSpPr>
              <p:nvPr/>
            </p:nvSpPr>
            <p:spPr bwMode="auto">
              <a:xfrm>
                <a:off x="7904611" y="3083872"/>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55" name="Square">
                <a:extLst>
                  <a:ext uri="{FF2B5EF4-FFF2-40B4-BE49-F238E27FC236}">
                    <a16:creationId xmlns:a16="http://schemas.microsoft.com/office/drawing/2014/main" id="{1C20DC24-85B3-52ED-7AF5-18D6E01583B6}"/>
                  </a:ext>
                </a:extLst>
              </p:cNvPr>
              <p:cNvSpPr>
                <a:spLocks noChangeAspect="1"/>
              </p:cNvSpPr>
              <p:nvPr userDrawn="1"/>
            </p:nvSpPr>
            <p:spPr bwMode="auto">
              <a:xfrm>
                <a:off x="10543292" y="4762314"/>
                <a:ext cx="114384" cy="114243"/>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7" name="Square">
                <a:extLst>
                  <a:ext uri="{FF2B5EF4-FFF2-40B4-BE49-F238E27FC236}">
                    <a16:creationId xmlns:a16="http://schemas.microsoft.com/office/drawing/2014/main" id="{532D35E2-1AA8-80A0-8859-6867072A0444}"/>
                  </a:ext>
                </a:extLst>
              </p:cNvPr>
              <p:cNvSpPr>
                <a:spLocks noChangeAspect="1"/>
              </p:cNvSpPr>
              <p:nvPr userDrawn="1"/>
            </p:nvSpPr>
            <p:spPr bwMode="auto">
              <a:xfrm>
                <a:off x="10479645" y="2739156"/>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08" name="Square">
                <a:extLst>
                  <a:ext uri="{FF2B5EF4-FFF2-40B4-BE49-F238E27FC236}">
                    <a16:creationId xmlns:a16="http://schemas.microsoft.com/office/drawing/2014/main" id="{AFE47EE5-1AC9-8325-9747-392743208D45}"/>
                  </a:ext>
                </a:extLst>
              </p:cNvPr>
              <p:cNvSpPr>
                <a:spLocks noChangeAspect="1"/>
              </p:cNvSpPr>
              <p:nvPr/>
            </p:nvSpPr>
            <p:spPr bwMode="auto">
              <a:xfrm>
                <a:off x="4019380" y="2398563"/>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09" name="Square">
                <a:extLst>
                  <a:ext uri="{FF2B5EF4-FFF2-40B4-BE49-F238E27FC236}">
                    <a16:creationId xmlns:a16="http://schemas.microsoft.com/office/drawing/2014/main" id="{6DB1E986-7A32-5585-27B1-6DB1519CFB35}"/>
                  </a:ext>
                </a:extLst>
              </p:cNvPr>
              <p:cNvSpPr>
                <a:spLocks noChangeAspect="1"/>
              </p:cNvSpPr>
              <p:nvPr/>
            </p:nvSpPr>
            <p:spPr bwMode="auto">
              <a:xfrm>
                <a:off x="5150929" y="376474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sp>
            <p:nvSpPr>
              <p:cNvPr id="110" name="Square">
                <a:extLst>
                  <a:ext uri="{FF2B5EF4-FFF2-40B4-BE49-F238E27FC236}">
                    <a16:creationId xmlns:a16="http://schemas.microsoft.com/office/drawing/2014/main" id="{3BCED1DC-6AEB-C7E3-BF71-4FC9B83F4C50}"/>
                  </a:ext>
                </a:extLst>
              </p:cNvPr>
              <p:cNvSpPr>
                <a:spLocks noChangeAspect="1"/>
              </p:cNvSpPr>
              <p:nvPr/>
            </p:nvSpPr>
            <p:spPr bwMode="auto">
              <a:xfrm>
                <a:off x="9616458" y="3507190"/>
                <a:ext cx="76255" cy="76162"/>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solidFill>
                    <a:schemeClr val="bg1"/>
                  </a:solidFill>
                  <a:latin typeface="Aptos Light" panose="020B0004020202020204" pitchFamily="34" charset="0"/>
                </a:endParaRPr>
              </a:p>
            </p:txBody>
          </p:sp>
        </p:grpSp>
        <p:sp>
          <p:nvSpPr>
            <p:cNvPr id="112" name="TextBox 111">
              <a:extLst>
                <a:ext uri="{FF2B5EF4-FFF2-40B4-BE49-F238E27FC236}">
                  <a16:creationId xmlns:a16="http://schemas.microsoft.com/office/drawing/2014/main" id="{27678D2F-DB85-F560-7CD6-25B60E41BAF7}"/>
                </a:ext>
              </a:extLst>
            </p:cNvPr>
            <p:cNvSpPr txBox="1"/>
            <p:nvPr userDrawn="1"/>
          </p:nvSpPr>
          <p:spPr>
            <a:xfrm>
              <a:off x="10845129" y="2428150"/>
              <a:ext cx="1022540" cy="2193806"/>
            </a:xfrm>
            <a:prstGeom prst="rect">
              <a:avLst/>
            </a:prstGeom>
            <a:noFill/>
          </p:spPr>
          <p:txBody>
            <a:bodyPr wrap="square" lIns="0" tIns="0" rIns="0" bIns="0" rtlCol="0">
              <a:spAutoFit/>
            </a:bodyPr>
            <a:lstStyle/>
            <a:p>
              <a:pPr>
                <a:lnSpc>
                  <a:spcPct val="110000"/>
                </a:lnSpc>
                <a:buSzPct val="100000"/>
              </a:pPr>
              <a:r>
                <a:rPr lang="en-US" sz="1000" b="1" dirty="0">
                  <a:solidFill>
                    <a:schemeClr val="bg1"/>
                  </a:solidFill>
                  <a:latin typeface="Aptos Light" panose="020B0004020202020204" pitchFamily="34" charset="0"/>
                </a:rPr>
                <a:t>APAC</a:t>
              </a:r>
            </a:p>
            <a:p>
              <a:pPr>
                <a:lnSpc>
                  <a:spcPct val="110000"/>
                </a:lnSpc>
                <a:buSzPct val="100000"/>
              </a:pPr>
              <a:r>
                <a:rPr lang="en-US" sz="1000" dirty="0">
                  <a:solidFill>
                    <a:schemeClr val="accent3"/>
                  </a:solidFill>
                  <a:latin typeface="Aptos Light" panose="020B0004020202020204" pitchFamily="34" charset="0"/>
                </a:rPr>
                <a:t>Singapore, SG</a:t>
              </a:r>
            </a:p>
            <a:p>
              <a:pPr>
                <a:lnSpc>
                  <a:spcPct val="110000"/>
                </a:lnSpc>
                <a:buSzPct val="100000"/>
              </a:pPr>
              <a:r>
                <a:rPr lang="en-US" sz="1000" dirty="0">
                  <a:solidFill>
                    <a:schemeClr val="bg1"/>
                  </a:solidFill>
                  <a:latin typeface="Aptos Light" panose="020B0004020202020204" pitchFamily="34" charset="0"/>
                </a:rPr>
                <a:t>Manila, PH</a:t>
              </a:r>
            </a:p>
            <a:p>
              <a:pPr>
                <a:lnSpc>
                  <a:spcPct val="110000"/>
                </a:lnSpc>
                <a:buSzPct val="100000"/>
              </a:pPr>
              <a:r>
                <a:rPr lang="en-US" sz="1000" dirty="0">
                  <a:solidFill>
                    <a:schemeClr val="bg1"/>
                  </a:solidFill>
                  <a:latin typeface="Aptos Light" panose="020B0004020202020204" pitchFamily="34" charset="0"/>
                </a:rPr>
                <a:t>Sydney, AU</a:t>
              </a:r>
            </a:p>
            <a:p>
              <a:pPr>
                <a:lnSpc>
                  <a:spcPct val="110000"/>
                </a:lnSpc>
                <a:buSzPct val="100000"/>
              </a:pPr>
              <a:r>
                <a:rPr lang="en-US" sz="1000" dirty="0">
                  <a:solidFill>
                    <a:schemeClr val="bg1"/>
                  </a:solidFill>
                  <a:latin typeface="Aptos Light" panose="020B0004020202020204" pitchFamily="34" charset="0"/>
                </a:rPr>
                <a:t>Melbourne, AU</a:t>
              </a:r>
            </a:p>
            <a:p>
              <a:pPr marL="0" marR="0" lvl="0" indent="0" algn="l" defTabSz="914400" rtl="0" eaLnBrk="1" fontAlgn="auto" latinLnBrk="0" hangingPunct="1">
                <a:lnSpc>
                  <a:spcPct val="110000"/>
                </a:lnSpc>
                <a:spcBef>
                  <a:spcPts val="0"/>
                </a:spcBef>
                <a:spcAft>
                  <a:spcPts val="0"/>
                </a:spcAft>
                <a:buClrTx/>
                <a:buSzPct val="100000"/>
                <a:buFontTx/>
                <a:buNone/>
                <a:tabLst/>
                <a:defRPr/>
              </a:pPr>
              <a:r>
                <a:rPr lang="en-US" sz="1000" dirty="0">
                  <a:solidFill>
                    <a:schemeClr val="bg1"/>
                  </a:solidFill>
                  <a:latin typeface="Aptos Light" panose="020B0004020202020204" pitchFamily="34" charset="0"/>
                </a:rPr>
                <a:t>Brisbane, AU</a:t>
              </a:r>
            </a:p>
            <a:p>
              <a:pPr>
                <a:lnSpc>
                  <a:spcPct val="110000"/>
                </a:lnSpc>
                <a:buSzPct val="100000"/>
              </a:pPr>
              <a:r>
                <a:rPr lang="en-US" sz="1000" dirty="0">
                  <a:solidFill>
                    <a:schemeClr val="bg1"/>
                  </a:solidFill>
                  <a:latin typeface="Aptos Light" panose="020B0004020202020204" pitchFamily="34" charset="0"/>
                </a:rPr>
                <a:t>Penang, MY</a:t>
              </a:r>
            </a:p>
            <a:p>
              <a:pPr>
                <a:lnSpc>
                  <a:spcPct val="110000"/>
                </a:lnSpc>
                <a:buSzPct val="100000"/>
              </a:pPr>
              <a:r>
                <a:rPr lang="en-US" sz="1000" dirty="0">
                  <a:solidFill>
                    <a:schemeClr val="bg1"/>
                  </a:solidFill>
                  <a:latin typeface="Aptos Light" panose="020B0004020202020204" pitchFamily="34" charset="0"/>
                </a:rPr>
                <a:t>Kuala Lumpur, MY</a:t>
              </a:r>
            </a:p>
            <a:p>
              <a:pPr>
                <a:lnSpc>
                  <a:spcPct val="110000"/>
                </a:lnSpc>
                <a:buSzPct val="100000"/>
              </a:pPr>
              <a:r>
                <a:rPr lang="en-US" sz="1000" dirty="0">
                  <a:solidFill>
                    <a:schemeClr val="bg1"/>
                  </a:solidFill>
                  <a:latin typeface="Aptos Light" panose="020B0004020202020204" pitchFamily="34" charset="0"/>
                </a:rPr>
                <a:t>Shanghai, CN</a:t>
              </a:r>
            </a:p>
            <a:p>
              <a:pPr>
                <a:lnSpc>
                  <a:spcPct val="110000"/>
                </a:lnSpc>
                <a:buSzPct val="100000"/>
              </a:pPr>
              <a:r>
                <a:rPr lang="en-US" sz="1000" dirty="0">
                  <a:solidFill>
                    <a:schemeClr val="bg1"/>
                  </a:solidFill>
                  <a:latin typeface="Aptos Light" panose="020B0004020202020204" pitchFamily="34" charset="0"/>
                </a:rPr>
                <a:t>Taipei, TW</a:t>
              </a:r>
            </a:p>
            <a:p>
              <a:pPr>
                <a:lnSpc>
                  <a:spcPct val="110000"/>
                </a:lnSpc>
                <a:buSzPct val="100000"/>
              </a:pPr>
              <a:r>
                <a:rPr lang="en-US" sz="1000" dirty="0">
                  <a:solidFill>
                    <a:schemeClr val="bg1"/>
                  </a:solidFill>
                  <a:latin typeface="Aptos Light" panose="020B0004020202020204" pitchFamily="34" charset="0"/>
                </a:rPr>
                <a:t>Hong Kong, HK</a:t>
              </a:r>
            </a:p>
            <a:p>
              <a:pPr>
                <a:lnSpc>
                  <a:spcPct val="110000"/>
                </a:lnSpc>
                <a:buSzPct val="100000"/>
              </a:pPr>
              <a:r>
                <a:rPr lang="en-US" sz="1000" dirty="0">
                  <a:solidFill>
                    <a:schemeClr val="bg1"/>
                  </a:solidFill>
                  <a:latin typeface="Aptos Light" panose="020B0004020202020204" pitchFamily="34" charset="0"/>
                </a:rPr>
                <a:t>Tokyo, JP</a:t>
              </a:r>
            </a:p>
            <a:p>
              <a:pPr>
                <a:lnSpc>
                  <a:spcPct val="110000"/>
                </a:lnSpc>
                <a:buSzPct val="100000"/>
              </a:pPr>
              <a:r>
                <a:rPr lang="en-US" sz="1000" dirty="0">
                  <a:solidFill>
                    <a:schemeClr val="bg1"/>
                  </a:solidFill>
                  <a:latin typeface="Aptos Light" panose="020B0004020202020204" pitchFamily="34" charset="0"/>
                </a:rPr>
                <a:t>Ho chin min, VN</a:t>
              </a:r>
            </a:p>
          </p:txBody>
        </p:sp>
      </p:grpSp>
    </p:spTree>
    <p:extLst>
      <p:ext uri="{BB962C8B-B14F-4D97-AF65-F5344CB8AC3E}">
        <p14:creationId xmlns:p14="http://schemas.microsoft.com/office/powerpoint/2010/main" val="40201197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undless Impact">
    <p:bg>
      <p:bgRef idx="1001">
        <a:schemeClr val="bg2"/>
      </p:bgRef>
    </p:bg>
    <p:spTree>
      <p:nvGrpSpPr>
        <p:cNvPr id="1" name=""/>
        <p:cNvGrpSpPr/>
        <p:nvPr/>
      </p:nvGrpSpPr>
      <p:grpSpPr>
        <a:xfrm>
          <a:off x="0" y="0"/>
          <a:ext cx="0" cy="0"/>
          <a:chOff x="0" y="0"/>
          <a:chExt cx="0" cy="0"/>
        </a:xfrm>
      </p:grpSpPr>
      <p:sp>
        <p:nvSpPr>
          <p:cNvPr id="3" name="Rectangle: Rounded Corners 4">
            <a:extLst>
              <a:ext uri="{FF2B5EF4-FFF2-40B4-BE49-F238E27FC236}">
                <a16:creationId xmlns:a16="http://schemas.microsoft.com/office/drawing/2014/main" id="{44A18571-BA59-2444-8AD2-3A332C2E7293}"/>
              </a:ext>
            </a:extLst>
          </p:cNvPr>
          <p:cNvSpPr/>
          <p:nvPr userDrawn="1"/>
        </p:nvSpPr>
        <p:spPr>
          <a:xfrm>
            <a:off x="0" y="1280160"/>
            <a:ext cx="7189470" cy="3488788"/>
          </a:xfrm>
          <a:prstGeom prst="roundRect">
            <a:avLst>
              <a:gd name="adj" fmla="val 0"/>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lIns="548640" tIns="182880" rtlCol="0" anchor="ctr" anchorCtr="0"/>
          <a:lstStyle/>
          <a:p>
            <a:pPr lvl="0">
              <a:defRPr/>
            </a:pPr>
            <a:r>
              <a:rPr lang="en-US" sz="2000" b="1" dirty="0">
                <a:latin typeface="Aptos Light" panose="020B0004020202020204" pitchFamily="34" charset="0"/>
              </a:rPr>
              <a:t>We transform lives through the power of technology.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We do it collaboratively, in partnership with our clients and communities. </a:t>
            </a:r>
          </a:p>
          <a:p>
            <a:pPr lvl="0">
              <a:defRPr/>
            </a:pPr>
            <a:endParaRPr lang="en-US" sz="2000" b="1" dirty="0">
              <a:latin typeface="Aptos Light" panose="020B0004020202020204" pitchFamily="34" charset="0"/>
            </a:endParaRPr>
          </a:p>
          <a:p>
            <a:pPr lvl="0">
              <a:defRPr/>
            </a:pPr>
            <a:r>
              <a:rPr lang="en-US" sz="2000" b="1" dirty="0">
                <a:latin typeface="Aptos Light" panose="020B0004020202020204" pitchFamily="34" charset="0"/>
              </a:rPr>
              <a:t>And we do it sustainably, building enduring, boundless impact.</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grpSp>
        <p:nvGrpSpPr>
          <p:cNvPr id="2" name="Group 1">
            <a:extLst>
              <a:ext uri="{FF2B5EF4-FFF2-40B4-BE49-F238E27FC236}">
                <a16:creationId xmlns:a16="http://schemas.microsoft.com/office/drawing/2014/main" id="{7D8D21BF-8F0E-964C-A7AE-A80D8349B265}"/>
              </a:ext>
            </a:extLst>
          </p:cNvPr>
          <p:cNvGrpSpPr/>
          <p:nvPr userDrawn="1"/>
        </p:nvGrpSpPr>
        <p:grpSpPr>
          <a:xfrm>
            <a:off x="234660" y="4004750"/>
            <a:ext cx="6377233" cy="389951"/>
            <a:chOff x="234660" y="3540516"/>
            <a:chExt cx="6377233" cy="389951"/>
          </a:xfrm>
        </p:grpSpPr>
        <p:sp>
          <p:nvSpPr>
            <p:cNvPr id="4" name="Rectangle: Rounded Corners 2">
              <a:extLst>
                <a:ext uri="{FF2B5EF4-FFF2-40B4-BE49-F238E27FC236}">
                  <a16:creationId xmlns:a16="http://schemas.microsoft.com/office/drawing/2014/main" id="{D1F04FD5-573C-3440-9424-B9A4AAA92C48}"/>
                </a:ext>
              </a:extLst>
            </p:cNvPr>
            <p:cNvSpPr/>
            <p:nvPr userDrawn="1"/>
          </p:nvSpPr>
          <p:spPr>
            <a:xfrm>
              <a:off x="234660" y="3540516"/>
              <a:ext cx="1497281"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Customers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5" name="Rectangle: Rounded Corners 8">
              <a:extLst>
                <a:ext uri="{FF2B5EF4-FFF2-40B4-BE49-F238E27FC236}">
                  <a16:creationId xmlns:a16="http://schemas.microsoft.com/office/drawing/2014/main" id="{1F491FC2-AA9D-3843-9CC8-FA217D2FFE73}"/>
                </a:ext>
              </a:extLst>
            </p:cNvPr>
            <p:cNvSpPr/>
            <p:nvPr userDrawn="1"/>
          </p:nvSpPr>
          <p:spPr>
            <a:xfrm>
              <a:off x="1833890" y="3568702"/>
              <a:ext cx="1497280"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Consumers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6" name="Rectangle: Rounded Corners 9">
              <a:extLst>
                <a:ext uri="{FF2B5EF4-FFF2-40B4-BE49-F238E27FC236}">
                  <a16:creationId xmlns:a16="http://schemas.microsoft.com/office/drawing/2014/main" id="{2581A3A2-45A1-8B45-8F61-741CB0247053}"/>
                </a:ext>
              </a:extLst>
            </p:cNvPr>
            <p:cNvSpPr/>
            <p:nvPr userDrawn="1"/>
          </p:nvSpPr>
          <p:spPr>
            <a:xfrm>
              <a:off x="3370635" y="3568701"/>
              <a:ext cx="1497279"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Employees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sp>
          <p:nvSpPr>
            <p:cNvPr id="7" name="Rectangle: Rounded Corners 11">
              <a:extLst>
                <a:ext uri="{FF2B5EF4-FFF2-40B4-BE49-F238E27FC236}">
                  <a16:creationId xmlns:a16="http://schemas.microsoft.com/office/drawing/2014/main" id="{586D6AF1-EF91-AC40-8335-17C5301FC94D}"/>
                </a:ext>
              </a:extLst>
            </p:cNvPr>
            <p:cNvSpPr/>
            <p:nvPr userDrawn="1"/>
          </p:nvSpPr>
          <p:spPr>
            <a:xfrm>
              <a:off x="4907380" y="3568700"/>
              <a:ext cx="1704513" cy="361765"/>
            </a:xfrm>
            <a:prstGeom prst="roundRect">
              <a:avLst>
                <a:gd name="adj" fmla="val 50000"/>
              </a:avLst>
            </a:prstGeom>
            <a:noFill/>
            <a:ln>
              <a:noFill/>
            </a:ln>
          </p:spPr>
          <p:style>
            <a:lnRef idx="0">
              <a:schemeClr val="accent1"/>
            </a:lnRef>
            <a:fillRef idx="1">
              <a:schemeClr val="accent1"/>
            </a:fillRef>
            <a:effectRef idx="0">
              <a:srgbClr val="000000"/>
            </a:effectRef>
            <a:fontRef idx="minor">
              <a:schemeClr val="bg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rPr>
                <a:t>Communities</a:t>
              </a:r>
              <a:endParaRPr kumimoji="0" lang="en-IN" sz="1400" b="0" i="0" u="none" strike="noStrike" kern="1200" cap="none" spc="0" normalizeH="0" baseline="0" noProof="0" dirty="0">
                <a:ln>
                  <a:noFill/>
                </a:ln>
                <a:solidFill>
                  <a:srgbClr val="FFFFFF"/>
                </a:solidFill>
                <a:effectLst/>
                <a:uLnTx/>
                <a:uFillTx/>
                <a:latin typeface="Aptos Light" panose="020B0004020202020204" pitchFamily="34" charset="0"/>
                <a:ea typeface="+mn-ea"/>
                <a:cs typeface="+mn-cs"/>
              </a:endParaRPr>
            </a:p>
          </p:txBody>
        </p:sp>
        <p:cxnSp>
          <p:nvCxnSpPr>
            <p:cNvPr id="8" name="Straight Connector 7">
              <a:extLst>
                <a:ext uri="{FF2B5EF4-FFF2-40B4-BE49-F238E27FC236}">
                  <a16:creationId xmlns:a16="http://schemas.microsoft.com/office/drawing/2014/main" id="{870061C9-1270-C944-A44A-6A8B31081D98}"/>
                </a:ext>
              </a:extLst>
            </p:cNvPr>
            <p:cNvCxnSpPr/>
            <p:nvPr userDrawn="1"/>
          </p:nvCxnSpPr>
          <p:spPr>
            <a:xfrm>
              <a:off x="1598337"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9" name="Straight Connector 8">
              <a:extLst>
                <a:ext uri="{FF2B5EF4-FFF2-40B4-BE49-F238E27FC236}">
                  <a16:creationId xmlns:a16="http://schemas.microsoft.com/office/drawing/2014/main" id="{FC7B019A-09C6-B04D-AF37-291938490C8E}"/>
                </a:ext>
              </a:extLst>
            </p:cNvPr>
            <p:cNvCxnSpPr/>
            <p:nvPr userDrawn="1"/>
          </p:nvCxnSpPr>
          <p:spPr>
            <a:xfrm>
              <a:off x="3145783"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cxnSp>
          <p:nvCxnSpPr>
            <p:cNvPr id="10" name="Straight Connector 9">
              <a:extLst>
                <a:ext uri="{FF2B5EF4-FFF2-40B4-BE49-F238E27FC236}">
                  <a16:creationId xmlns:a16="http://schemas.microsoft.com/office/drawing/2014/main" id="{69B59662-ADDE-9347-97E1-46BE8F654601}"/>
                </a:ext>
              </a:extLst>
            </p:cNvPr>
            <p:cNvCxnSpPr/>
            <p:nvPr userDrawn="1"/>
          </p:nvCxnSpPr>
          <p:spPr>
            <a:xfrm>
              <a:off x="4693229" y="3749582"/>
              <a:ext cx="407963" cy="0"/>
            </a:xfrm>
            <a:prstGeom prst="line">
              <a:avLst/>
            </a:prstGeom>
            <a:ln w="12700" cap="sq">
              <a:solidFill>
                <a:schemeClr val="bg1"/>
              </a:solidFill>
            </a:ln>
          </p:spPr>
          <p:style>
            <a:lnRef idx="1">
              <a:schemeClr val="accent1"/>
            </a:lnRef>
            <a:fillRef idx="0">
              <a:schemeClr val="accent1"/>
            </a:fillRef>
            <a:effectRef idx="0">
              <a:srgbClr val="000000"/>
            </a:effectRef>
            <a:fontRef idx="minor">
              <a:schemeClr val="bg1"/>
            </a:fontRef>
          </p:style>
        </p:cxnSp>
      </p:grpSp>
      <p:pic>
        <p:nvPicPr>
          <p:cNvPr id="11" name="Picture 10" descr="Qr code&#10;&#10;Description automatically generated">
            <a:extLst>
              <a:ext uri="{FF2B5EF4-FFF2-40B4-BE49-F238E27FC236}">
                <a16:creationId xmlns:a16="http://schemas.microsoft.com/office/drawing/2014/main" id="{9271F48D-275A-3849-ABCD-3640C100CCDD}"/>
              </a:ext>
            </a:extLst>
          </p:cNvPr>
          <p:cNvPicPr>
            <a:picLocks noChangeAspect="1"/>
          </p:cNvPicPr>
          <p:nvPr userDrawn="1"/>
        </p:nvPicPr>
        <p:blipFill>
          <a:blip r:embed="rId2"/>
          <a:stretch>
            <a:fillRect/>
          </a:stretch>
        </p:blipFill>
        <p:spPr>
          <a:xfrm>
            <a:off x="7849772" y="2789896"/>
            <a:ext cx="3113461" cy="3113461"/>
          </a:xfrm>
          <a:prstGeom prst="rect">
            <a:avLst/>
          </a:prstGeom>
        </p:spPr>
      </p:pic>
      <p:sp>
        <p:nvSpPr>
          <p:cNvPr id="12" name="Title 1">
            <a:extLst>
              <a:ext uri="{FF2B5EF4-FFF2-40B4-BE49-F238E27FC236}">
                <a16:creationId xmlns:a16="http://schemas.microsoft.com/office/drawing/2014/main" id="{13062D16-F0D5-7845-B702-64122E8F9AAF}"/>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Together, we build for boundless impact</a:t>
            </a:r>
          </a:p>
        </p:txBody>
      </p:sp>
    </p:spTree>
    <p:extLst>
      <p:ext uri="{BB962C8B-B14F-4D97-AF65-F5344CB8AC3E}">
        <p14:creationId xmlns:p14="http://schemas.microsoft.com/office/powerpoint/2010/main" val="6478889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meline histo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17620-E0BF-8F22-1ABA-4F56EF9B6DA9}"/>
              </a:ext>
            </a:extLst>
          </p:cNvPr>
          <p:cNvSpPr txBox="1">
            <a:spLocks/>
          </p:cNvSpPr>
          <p:nvPr userDrawn="1"/>
        </p:nvSpPr>
        <p:spPr>
          <a:xfrm>
            <a:off x="365760" y="365760"/>
            <a:ext cx="407044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UST’s evolution</a:t>
            </a:r>
          </a:p>
          <a:p>
            <a:r>
              <a:rPr lang="en-US" sz="2400" b="0" dirty="0">
                <a:latin typeface="Aptos Light" panose="020B0004020202020204" pitchFamily="34" charset="0"/>
              </a:rPr>
              <a:t>Digital from day one</a:t>
            </a:r>
          </a:p>
        </p:txBody>
      </p:sp>
      <p:grpSp>
        <p:nvGrpSpPr>
          <p:cNvPr id="65" name="Group 64">
            <a:extLst>
              <a:ext uri="{FF2B5EF4-FFF2-40B4-BE49-F238E27FC236}">
                <a16:creationId xmlns:a16="http://schemas.microsoft.com/office/drawing/2014/main" id="{595C6F9B-E6A0-9924-FB8C-78AB5886630D}"/>
              </a:ext>
            </a:extLst>
          </p:cNvPr>
          <p:cNvGrpSpPr/>
          <p:nvPr userDrawn="1"/>
        </p:nvGrpSpPr>
        <p:grpSpPr>
          <a:xfrm>
            <a:off x="1" y="0"/>
            <a:ext cx="12191998" cy="6172314"/>
            <a:chOff x="1" y="0"/>
            <a:chExt cx="12191998" cy="6172314"/>
          </a:xfrm>
        </p:grpSpPr>
        <p:sp>
          <p:nvSpPr>
            <p:cNvPr id="84" name="Rectangle 83">
              <a:extLst>
                <a:ext uri="{FF2B5EF4-FFF2-40B4-BE49-F238E27FC236}">
                  <a16:creationId xmlns:a16="http://schemas.microsoft.com/office/drawing/2014/main" id="{1F602F55-DB27-B81E-F926-88CF11F0683D}"/>
                </a:ext>
              </a:extLst>
            </p:cNvPr>
            <p:cNvSpPr/>
            <p:nvPr/>
          </p:nvSpPr>
          <p:spPr>
            <a:xfrm>
              <a:off x="5258260" y="0"/>
              <a:ext cx="6933739" cy="6172314"/>
            </a:xfrm>
            <a:prstGeom prst="rect">
              <a:avLst/>
            </a:prstGeom>
            <a:solidFill>
              <a:srgbClr val="C2BCBE"/>
            </a:solidFill>
            <a:ln>
              <a:noFill/>
            </a:ln>
          </p:spPr>
          <p:style>
            <a:lnRef idx="0">
              <a:schemeClr val="accent1"/>
            </a:lnRef>
            <a:fillRef idx="1">
              <a:schemeClr val="accent1"/>
            </a:fillRef>
            <a:effectRef idx="0">
              <a:srgbClr val="000000"/>
            </a:effectRef>
            <a:fontRef idx="minor">
              <a:schemeClr val="bg1"/>
            </a:fontRef>
          </p:style>
          <p:txBody>
            <a:bodyPr rtlCol="0" anchor="ctr"/>
            <a:lstStyle/>
            <a:p>
              <a:pPr>
                <a:lnSpc>
                  <a:spcPct val="100000"/>
                </a:lnSpc>
              </a:pPr>
              <a:endParaRPr lang="en-US" sz="1800">
                <a:latin typeface="+mn-lt"/>
              </a:endParaRPr>
            </a:p>
          </p:txBody>
        </p:sp>
        <p:sp>
          <p:nvSpPr>
            <p:cNvPr id="86" name="Rectangle 85">
              <a:extLst>
                <a:ext uri="{FF2B5EF4-FFF2-40B4-BE49-F238E27FC236}">
                  <a16:creationId xmlns:a16="http://schemas.microsoft.com/office/drawing/2014/main" id="{9F996189-FC02-89C8-789A-94C4BF2413DF}"/>
                </a:ext>
              </a:extLst>
            </p:cNvPr>
            <p:cNvSpPr/>
            <p:nvPr/>
          </p:nvSpPr>
          <p:spPr>
            <a:xfrm>
              <a:off x="2183622" y="1764129"/>
              <a:ext cx="3077784" cy="4408185"/>
            </a:xfrm>
            <a:prstGeom prst="rect">
              <a:avLst/>
            </a:prstGeom>
            <a:solidFill>
              <a:srgbClr val="D7E0E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mn-lt"/>
              </a:endParaRPr>
            </a:p>
          </p:txBody>
        </p:sp>
        <p:sp>
          <p:nvSpPr>
            <p:cNvPr id="88" name="Rectangle 87">
              <a:extLst>
                <a:ext uri="{FF2B5EF4-FFF2-40B4-BE49-F238E27FC236}">
                  <a16:creationId xmlns:a16="http://schemas.microsoft.com/office/drawing/2014/main" id="{BE74B2C7-A287-D2F0-3329-C8292D8FD2EC}"/>
                </a:ext>
              </a:extLst>
            </p:cNvPr>
            <p:cNvSpPr/>
            <p:nvPr/>
          </p:nvSpPr>
          <p:spPr>
            <a:xfrm>
              <a:off x="1" y="2734540"/>
              <a:ext cx="2187188" cy="3437774"/>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latin typeface="+mn-lt"/>
              </a:endParaRPr>
            </a:p>
          </p:txBody>
        </p:sp>
        <p:sp>
          <p:nvSpPr>
            <p:cNvPr id="89" name="TextBox 88">
              <a:extLst>
                <a:ext uri="{FF2B5EF4-FFF2-40B4-BE49-F238E27FC236}">
                  <a16:creationId xmlns:a16="http://schemas.microsoft.com/office/drawing/2014/main" id="{FC236008-EA34-77C8-B2DF-A90614E803FF}"/>
                </a:ext>
              </a:extLst>
            </p:cNvPr>
            <p:cNvSpPr txBox="1"/>
            <p:nvPr/>
          </p:nvSpPr>
          <p:spPr>
            <a:xfrm>
              <a:off x="328336" y="3068582"/>
              <a:ext cx="1176306" cy="281523"/>
            </a:xfrm>
            <a:prstGeom prst="rect">
              <a:avLst/>
            </a:prstGeom>
            <a:noFill/>
          </p:spPr>
          <p:txBody>
            <a:bodyPr wrap="square" lIns="0" tIns="0" rIns="0" bIns="0" rtlCol="0">
              <a:noAutofit/>
            </a:bodyPr>
            <a:lstStyle/>
            <a:p>
              <a:pPr>
                <a:lnSpc>
                  <a:spcPct val="100000"/>
                </a:lnSpc>
                <a:spcBef>
                  <a:spcPts val="1200"/>
                </a:spcBef>
                <a:buSzPct val="100000"/>
              </a:pPr>
              <a:r>
                <a:rPr lang="en-US" sz="1800" b="1" dirty="0">
                  <a:latin typeface="+mn-lt"/>
                </a:rPr>
                <a:t>1999 – 2005</a:t>
              </a:r>
            </a:p>
          </p:txBody>
        </p:sp>
        <p:sp>
          <p:nvSpPr>
            <p:cNvPr id="90" name="TextBox 89">
              <a:extLst>
                <a:ext uri="{FF2B5EF4-FFF2-40B4-BE49-F238E27FC236}">
                  <a16:creationId xmlns:a16="http://schemas.microsoft.com/office/drawing/2014/main" id="{5E9CB8A1-45E7-71D6-E974-AF7D353031F9}"/>
                </a:ext>
              </a:extLst>
            </p:cNvPr>
            <p:cNvSpPr txBox="1"/>
            <p:nvPr/>
          </p:nvSpPr>
          <p:spPr>
            <a:xfrm>
              <a:off x="2416036" y="2043150"/>
              <a:ext cx="1176306" cy="281523"/>
            </a:xfrm>
            <a:prstGeom prst="rect">
              <a:avLst/>
            </a:prstGeom>
            <a:noFill/>
          </p:spPr>
          <p:txBody>
            <a:bodyPr wrap="square" lIns="0" tIns="0" rIns="0" bIns="0" rtlCol="0">
              <a:noAutofit/>
            </a:bodyPr>
            <a:lstStyle>
              <a:defPPr>
                <a:defRPr lang="en-US"/>
              </a:defPPr>
              <a:lvl1pPr>
                <a:lnSpc>
                  <a:spcPct val="100000"/>
                </a:lnSpc>
                <a:spcBef>
                  <a:spcPts val="1200"/>
                </a:spcBef>
                <a:buSzPct val="100000"/>
                <a:defRPr b="1"/>
              </a:lvl1pPr>
            </a:lstStyle>
            <a:p>
              <a:pPr lvl="0"/>
              <a:r>
                <a:rPr lang="en-US" dirty="0">
                  <a:latin typeface="+mn-lt"/>
                </a:rPr>
                <a:t>2006 – 2016 </a:t>
              </a:r>
            </a:p>
          </p:txBody>
        </p:sp>
        <p:sp>
          <p:nvSpPr>
            <p:cNvPr id="91" name="TextBox 90">
              <a:extLst>
                <a:ext uri="{FF2B5EF4-FFF2-40B4-BE49-F238E27FC236}">
                  <a16:creationId xmlns:a16="http://schemas.microsoft.com/office/drawing/2014/main" id="{45D8381F-0D22-16EB-005C-1B41D57C7DB2}"/>
                </a:ext>
              </a:extLst>
            </p:cNvPr>
            <p:cNvSpPr txBox="1"/>
            <p:nvPr/>
          </p:nvSpPr>
          <p:spPr>
            <a:xfrm>
              <a:off x="5511911" y="340426"/>
              <a:ext cx="1176306" cy="281523"/>
            </a:xfrm>
            <a:prstGeom prst="rect">
              <a:avLst/>
            </a:prstGeom>
            <a:noFill/>
          </p:spPr>
          <p:txBody>
            <a:bodyPr wrap="square" lIns="0" tIns="0" rIns="0" bIns="0" rtlCol="0">
              <a:noAutofit/>
            </a:bodyPr>
            <a:lstStyle>
              <a:defPPr>
                <a:defRPr lang="en-US"/>
              </a:defPPr>
              <a:lvl1pPr lvl="0">
                <a:lnSpc>
                  <a:spcPct val="100000"/>
                </a:lnSpc>
                <a:spcBef>
                  <a:spcPts val="1200"/>
                </a:spcBef>
                <a:buSzPct val="100000"/>
                <a:defRPr b="1"/>
              </a:lvl1pPr>
            </a:lstStyle>
            <a:p>
              <a:pPr lvl="0"/>
              <a:r>
                <a:rPr lang="en-US" dirty="0">
                  <a:latin typeface="+mn-lt"/>
                </a:rPr>
                <a:t>2017 – 2025</a:t>
              </a:r>
            </a:p>
          </p:txBody>
        </p:sp>
        <p:cxnSp>
          <p:nvCxnSpPr>
            <p:cNvPr id="92" name="Straight Connector 91">
              <a:extLst>
                <a:ext uri="{FF2B5EF4-FFF2-40B4-BE49-F238E27FC236}">
                  <a16:creationId xmlns:a16="http://schemas.microsoft.com/office/drawing/2014/main" id="{1F9BF9D0-B8BC-651E-58F5-52CF2E37D8D1}"/>
                </a:ext>
              </a:extLst>
            </p:cNvPr>
            <p:cNvCxnSpPr>
              <a:cxnSpLocks/>
            </p:cNvCxnSpPr>
            <p:nvPr/>
          </p:nvCxnSpPr>
          <p:spPr>
            <a:xfrm flipV="1">
              <a:off x="6426804" y="2788084"/>
              <a:ext cx="0" cy="59394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3" name="Straight Connector 92">
              <a:extLst>
                <a:ext uri="{FF2B5EF4-FFF2-40B4-BE49-F238E27FC236}">
                  <a16:creationId xmlns:a16="http://schemas.microsoft.com/office/drawing/2014/main" id="{0523B56A-0562-EBA7-F079-C6B0B5F44CE5}"/>
                </a:ext>
              </a:extLst>
            </p:cNvPr>
            <p:cNvCxnSpPr>
              <a:cxnSpLocks/>
            </p:cNvCxnSpPr>
            <p:nvPr/>
          </p:nvCxnSpPr>
          <p:spPr>
            <a:xfrm flipV="1">
              <a:off x="6118713" y="2338739"/>
              <a:ext cx="0" cy="40414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94" name="TextBox 93">
              <a:extLst>
                <a:ext uri="{FF2B5EF4-FFF2-40B4-BE49-F238E27FC236}">
                  <a16:creationId xmlns:a16="http://schemas.microsoft.com/office/drawing/2014/main" id="{292BFAEC-35A5-DAD0-08AA-C3C1D9137771}"/>
                </a:ext>
              </a:extLst>
            </p:cNvPr>
            <p:cNvSpPr txBox="1"/>
            <p:nvPr/>
          </p:nvSpPr>
          <p:spPr>
            <a:xfrm>
              <a:off x="2731139" y="3301316"/>
              <a:ext cx="82842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2009</a:t>
              </a:r>
            </a:p>
            <a:p>
              <a:pPr marL="0" algn="l" defTabSz="914400" rtl="0" eaLnBrk="1" latinLnBrk="0" hangingPunct="1"/>
              <a:r>
                <a:rPr lang="en-US" sz="1000" kern="1200" dirty="0">
                  <a:solidFill>
                    <a:schemeClr val="tx1"/>
                  </a:solidFill>
                  <a:latin typeface="+mn-lt"/>
                  <a:ea typeface="+mn-ea"/>
                  <a:cs typeface="+mn-cs"/>
                </a:rPr>
                <a:t>Expanded into Latin America</a:t>
              </a:r>
            </a:p>
          </p:txBody>
        </p:sp>
        <p:cxnSp>
          <p:nvCxnSpPr>
            <p:cNvPr id="95" name="Straight Connector 94">
              <a:extLst>
                <a:ext uri="{FF2B5EF4-FFF2-40B4-BE49-F238E27FC236}">
                  <a16:creationId xmlns:a16="http://schemas.microsoft.com/office/drawing/2014/main" id="{8BEDB180-27C0-ADD6-4F0E-7DF5AC8E2F36}"/>
                </a:ext>
              </a:extLst>
            </p:cNvPr>
            <p:cNvCxnSpPr>
              <a:cxnSpLocks/>
            </p:cNvCxnSpPr>
            <p:nvPr/>
          </p:nvCxnSpPr>
          <p:spPr>
            <a:xfrm flipV="1">
              <a:off x="2795527" y="3848942"/>
              <a:ext cx="0" cy="532511"/>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6" name="Straight Connector 95">
              <a:extLst>
                <a:ext uri="{FF2B5EF4-FFF2-40B4-BE49-F238E27FC236}">
                  <a16:creationId xmlns:a16="http://schemas.microsoft.com/office/drawing/2014/main" id="{E17DF782-9A26-3D0E-15F7-338FCD7C6FE3}"/>
                </a:ext>
              </a:extLst>
            </p:cNvPr>
            <p:cNvCxnSpPr>
              <a:cxnSpLocks/>
            </p:cNvCxnSpPr>
            <p:nvPr/>
          </p:nvCxnSpPr>
          <p:spPr>
            <a:xfrm flipV="1">
              <a:off x="2472420" y="4522438"/>
              <a:ext cx="0" cy="78047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cxnSp>
          <p:nvCxnSpPr>
            <p:cNvPr id="97" name="Straight Connector 96">
              <a:extLst>
                <a:ext uri="{FF2B5EF4-FFF2-40B4-BE49-F238E27FC236}">
                  <a16:creationId xmlns:a16="http://schemas.microsoft.com/office/drawing/2014/main" id="{55E3C5BF-0EEB-0B3D-EE32-EFF7C52D4767}"/>
                </a:ext>
              </a:extLst>
            </p:cNvPr>
            <p:cNvCxnSpPr>
              <a:cxnSpLocks/>
            </p:cNvCxnSpPr>
            <p:nvPr/>
          </p:nvCxnSpPr>
          <p:spPr>
            <a:xfrm flipV="1">
              <a:off x="1139979" y="4743865"/>
              <a:ext cx="0" cy="10255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98" name="TextBox 97">
              <a:extLst>
                <a:ext uri="{FF2B5EF4-FFF2-40B4-BE49-F238E27FC236}">
                  <a16:creationId xmlns:a16="http://schemas.microsoft.com/office/drawing/2014/main" id="{6B716F8E-7AEF-812E-CCD6-393051CF5107}"/>
                </a:ext>
              </a:extLst>
            </p:cNvPr>
            <p:cNvSpPr txBox="1"/>
            <p:nvPr/>
          </p:nvSpPr>
          <p:spPr>
            <a:xfrm>
              <a:off x="2416818" y="5363583"/>
              <a:ext cx="1608295"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2006</a:t>
              </a:r>
              <a:endParaRPr kumimoji="0" lang="en-US" sz="1100" b="1" i="0" u="none" strike="noStrike" kern="1200" cap="none" spc="0" normalizeH="0" baseline="0" noProof="0" dirty="0">
                <a:ln>
                  <a:noFill/>
                </a:ln>
                <a:solidFill>
                  <a:srgbClr val="231F20"/>
                </a:solidFill>
                <a:effectLst/>
                <a:uLnTx/>
                <a:uFillTx/>
                <a:latin typeface="+mn-lt"/>
                <a:ea typeface="+mn-ea"/>
                <a:cs typeface="+mn-cs"/>
              </a:endParaRPr>
            </a:p>
            <a:p>
              <a:pPr marL="0" algn="l" defTabSz="914400" rtl="0" eaLnBrk="1" latinLnBrk="0" hangingPunct="1"/>
              <a:r>
                <a:rPr lang="en-US" sz="1000" kern="1200" dirty="0">
                  <a:solidFill>
                    <a:schemeClr val="tx1"/>
                  </a:solidFill>
                  <a:latin typeface="+mn-lt"/>
                  <a:ea typeface="+mn-ea"/>
                  <a:cs typeface="+mn-cs"/>
                </a:rPr>
                <a:t>Opened operations in the UK, expanding its EU footprint</a:t>
              </a:r>
            </a:p>
          </p:txBody>
        </p:sp>
        <p:sp>
          <p:nvSpPr>
            <p:cNvPr id="99" name="TextBox 98">
              <a:extLst>
                <a:ext uri="{FF2B5EF4-FFF2-40B4-BE49-F238E27FC236}">
                  <a16:creationId xmlns:a16="http://schemas.microsoft.com/office/drawing/2014/main" id="{77066C97-EAE1-A5E9-7FA3-2CCE80DEE301}"/>
                </a:ext>
              </a:extLst>
            </p:cNvPr>
            <p:cNvSpPr txBox="1"/>
            <p:nvPr/>
          </p:nvSpPr>
          <p:spPr>
            <a:xfrm>
              <a:off x="3105258" y="4932445"/>
              <a:ext cx="989101"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marR="0" lvl="0" indent="0" algn="l" defTabSz="914400" rtl="0" eaLnBrk="1" fontAlgn="auto" latinLnBrk="0" hangingPunct="1">
                <a:lnSpc>
                  <a:spcPct val="100000"/>
                </a:lnSpc>
                <a:spcAft>
                  <a:spcPts val="200"/>
                </a:spcAft>
                <a:buClrTx/>
                <a:buSzTx/>
                <a:buFontTx/>
                <a:buNone/>
                <a:tabLst/>
                <a:defRPr/>
              </a:pPr>
              <a:r>
                <a:rPr lang="en-US" sz="1000" kern="1200" dirty="0">
                  <a:solidFill>
                    <a:schemeClr val="tx1"/>
                  </a:solidFill>
                  <a:latin typeface="+mn-lt"/>
                  <a:ea typeface="+mn-ea"/>
                  <a:cs typeface="+mn-cs"/>
                </a:rPr>
                <a:t>10,000 employees</a:t>
              </a:r>
            </a:p>
          </p:txBody>
        </p:sp>
        <p:sp>
          <p:nvSpPr>
            <p:cNvPr id="100" name="TextBox 99">
              <a:extLst>
                <a:ext uri="{FF2B5EF4-FFF2-40B4-BE49-F238E27FC236}">
                  <a16:creationId xmlns:a16="http://schemas.microsoft.com/office/drawing/2014/main" id="{36BFCE65-52B0-E4F9-2FF6-D5310432E95D}"/>
                </a:ext>
              </a:extLst>
            </p:cNvPr>
            <p:cNvSpPr txBox="1"/>
            <p:nvPr/>
          </p:nvSpPr>
          <p:spPr>
            <a:xfrm>
              <a:off x="6053240" y="1809997"/>
              <a:ext cx="915860"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b="0" dirty="0">
                  <a:solidFill>
                    <a:srgbClr val="231F20"/>
                  </a:solidFill>
                  <a:latin typeface="+mn-lt"/>
                </a:rPr>
                <a:t>Temasek invested $250M</a:t>
              </a:r>
            </a:p>
          </p:txBody>
        </p:sp>
        <p:sp>
          <p:nvSpPr>
            <p:cNvPr id="101" name="TextBox 100">
              <a:extLst>
                <a:ext uri="{FF2B5EF4-FFF2-40B4-BE49-F238E27FC236}">
                  <a16:creationId xmlns:a16="http://schemas.microsoft.com/office/drawing/2014/main" id="{3C768C4E-CCF5-5BC7-02C7-BAE6605FC312}"/>
                </a:ext>
              </a:extLst>
            </p:cNvPr>
            <p:cNvSpPr txBox="1"/>
            <p:nvPr/>
          </p:nvSpPr>
          <p:spPr>
            <a:xfrm>
              <a:off x="6361657" y="3427651"/>
              <a:ext cx="904308"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2018</a:t>
              </a:r>
            </a:p>
            <a:p>
              <a:r>
                <a:rPr lang="en-US" sz="1000" dirty="0">
                  <a:latin typeface="+mn-lt"/>
                </a:rPr>
                <a:t>Reached 20,000 employees</a:t>
              </a:r>
            </a:p>
          </p:txBody>
        </p:sp>
        <p:sp>
          <p:nvSpPr>
            <p:cNvPr id="102" name="TextBox 101">
              <a:extLst>
                <a:ext uri="{FF2B5EF4-FFF2-40B4-BE49-F238E27FC236}">
                  <a16:creationId xmlns:a16="http://schemas.microsoft.com/office/drawing/2014/main" id="{BFEDDE62-BD49-C8D3-E84D-73DBF4FAAE4E}"/>
                </a:ext>
              </a:extLst>
            </p:cNvPr>
            <p:cNvSpPr txBox="1"/>
            <p:nvPr/>
          </p:nvSpPr>
          <p:spPr>
            <a:xfrm>
              <a:off x="3573406" y="2859614"/>
              <a:ext cx="85426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2013</a:t>
              </a:r>
            </a:p>
            <a:p>
              <a:pPr marL="0" algn="l" defTabSz="914400" rtl="0" eaLnBrk="1" latinLnBrk="0" hangingPunct="1"/>
              <a:r>
                <a:rPr lang="en-US" sz="1000" kern="1200" dirty="0">
                  <a:solidFill>
                    <a:schemeClr val="tx1"/>
                  </a:solidFill>
                  <a:latin typeface="+mn-lt"/>
                  <a:ea typeface="+mn-ea"/>
                  <a:cs typeface="+mn-cs"/>
                </a:rPr>
                <a:t>Launched Step IT Up America</a:t>
              </a:r>
            </a:p>
          </p:txBody>
        </p:sp>
        <p:sp>
          <p:nvSpPr>
            <p:cNvPr id="103" name="Freeform 9">
              <a:extLst>
                <a:ext uri="{FF2B5EF4-FFF2-40B4-BE49-F238E27FC236}">
                  <a16:creationId xmlns:a16="http://schemas.microsoft.com/office/drawing/2014/main" id="{21241B92-FA1F-34F4-DB7A-A77DE8EF4EE5}"/>
                </a:ext>
              </a:extLst>
            </p:cNvPr>
            <p:cNvSpPr/>
            <p:nvPr/>
          </p:nvSpPr>
          <p:spPr>
            <a:xfrm>
              <a:off x="343694" y="221010"/>
              <a:ext cx="11185664" cy="4735396"/>
            </a:xfrm>
            <a:custGeom>
              <a:avLst/>
              <a:gdLst>
                <a:gd name="connsiteX0" fmla="*/ 0 w 6256421"/>
                <a:gd name="connsiteY0" fmla="*/ 3850105 h 3850105"/>
                <a:gd name="connsiteX1" fmla="*/ 613611 w 6256421"/>
                <a:gd name="connsiteY1" fmla="*/ 3272590 h 3850105"/>
                <a:gd name="connsiteX2" fmla="*/ 1732548 w 6256421"/>
                <a:gd name="connsiteY2" fmla="*/ 3164305 h 3850105"/>
                <a:gd name="connsiteX3" fmla="*/ 2598821 w 6256421"/>
                <a:gd name="connsiteY3" fmla="*/ 2334126 h 3850105"/>
                <a:gd name="connsiteX4" fmla="*/ 4535906 w 6256421"/>
                <a:gd name="connsiteY4" fmla="*/ 1876926 h 3850105"/>
                <a:gd name="connsiteX5" fmla="*/ 4860758 w 6256421"/>
                <a:gd name="connsiteY5" fmla="*/ 938463 h 3850105"/>
                <a:gd name="connsiteX6" fmla="*/ 6256421 w 6256421"/>
                <a:gd name="connsiteY6" fmla="*/ 0 h 3850105"/>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7430542 w 7430542"/>
                <a:gd name="connsiteY6"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083869 w 7430542"/>
                <a:gd name="connsiteY6" fmla="*/ 613187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2598821 w 7430542"/>
                <a:gd name="connsiteY3" fmla="*/ 2610163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535906 w 7430542"/>
                <a:gd name="connsiteY4" fmla="*/ 2152963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1732548 w 7430542"/>
                <a:gd name="connsiteY2" fmla="*/ 3440342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239188 w 7430542"/>
                <a:gd name="connsiteY6" fmla="*/ 808966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6626523 w 7430542"/>
                <a:gd name="connsiteY6" fmla="*/ 726730 h 4126142"/>
                <a:gd name="connsiteX7" fmla="*/ 7430542 w 7430542"/>
                <a:gd name="connsiteY7"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6626523 w 7430542"/>
                <a:gd name="connsiteY7" fmla="*/ 726730 h 4126142"/>
                <a:gd name="connsiteX8" fmla="*/ 7430542 w 7430542"/>
                <a:gd name="connsiteY8"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743540 w 7430542"/>
                <a:gd name="connsiteY7" fmla="*/ 96992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20808 w 7430542"/>
                <a:gd name="connsiteY7" fmla="*/ 1089174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34280 w 7430542"/>
                <a:gd name="connsiteY6" fmla="*/ 978617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613611 w 7430542"/>
                <a:gd name="connsiteY1" fmla="*/ 3548627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30542"/>
                <a:gd name="connsiteY0" fmla="*/ 4126142 h 4126142"/>
                <a:gd name="connsiteX1" fmla="*/ 1045020 w 7430542"/>
                <a:gd name="connsiteY1" fmla="*/ 3365772 h 4126142"/>
                <a:gd name="connsiteX2" fmla="*/ 2080165 w 7430542"/>
                <a:gd name="connsiteY2" fmla="*/ 3227540 h 4126142"/>
                <a:gd name="connsiteX3" fmla="*/ 3049983 w 7430542"/>
                <a:gd name="connsiteY3" fmla="*/ 2414386 h 4126142"/>
                <a:gd name="connsiteX4" fmla="*/ 4173496 w 7430542"/>
                <a:gd name="connsiteY4" fmla="*/ 2101891 h 4126142"/>
                <a:gd name="connsiteX5" fmla="*/ 4860758 w 7430542"/>
                <a:gd name="connsiteY5" fmla="*/ 1214500 h 4126142"/>
                <a:gd name="connsiteX6" fmla="*/ 5792232 w 7430542"/>
                <a:gd name="connsiteY6" fmla="*/ 1042218 h 4126142"/>
                <a:gd name="connsiteX7" fmla="*/ 5801492 w 7430542"/>
                <a:gd name="connsiteY7" fmla="*/ 1041472 h 4126142"/>
                <a:gd name="connsiteX8" fmla="*/ 6626523 w 7430542"/>
                <a:gd name="connsiteY8" fmla="*/ 726730 h 4126142"/>
                <a:gd name="connsiteX9" fmla="*/ 7430542 w 7430542"/>
                <a:gd name="connsiteY9" fmla="*/ 0 h 4126142"/>
                <a:gd name="connsiteX0" fmla="*/ 0 w 7456298"/>
                <a:gd name="connsiteY0" fmla="*/ 3831986 h 3831986"/>
                <a:gd name="connsiteX1" fmla="*/ 1070776 w 7456298"/>
                <a:gd name="connsiteY1" fmla="*/ 3365772 h 3831986"/>
                <a:gd name="connsiteX2" fmla="*/ 2105921 w 7456298"/>
                <a:gd name="connsiteY2" fmla="*/ 3227540 h 3831986"/>
                <a:gd name="connsiteX3" fmla="*/ 3075739 w 7456298"/>
                <a:gd name="connsiteY3" fmla="*/ 2414386 h 3831986"/>
                <a:gd name="connsiteX4" fmla="*/ 4199252 w 7456298"/>
                <a:gd name="connsiteY4" fmla="*/ 2101891 h 3831986"/>
                <a:gd name="connsiteX5" fmla="*/ 4886514 w 7456298"/>
                <a:gd name="connsiteY5" fmla="*/ 1214500 h 3831986"/>
                <a:gd name="connsiteX6" fmla="*/ 5817988 w 7456298"/>
                <a:gd name="connsiteY6" fmla="*/ 1042218 h 3831986"/>
                <a:gd name="connsiteX7" fmla="*/ 5827248 w 7456298"/>
                <a:gd name="connsiteY7" fmla="*/ 1041472 h 3831986"/>
                <a:gd name="connsiteX8" fmla="*/ 6652279 w 7456298"/>
                <a:gd name="connsiteY8" fmla="*/ 726730 h 3831986"/>
                <a:gd name="connsiteX9" fmla="*/ 7456298 w 7456298"/>
                <a:gd name="connsiteY9" fmla="*/ 0 h 3831986"/>
                <a:gd name="connsiteX0" fmla="*/ 0 w 7932779"/>
                <a:gd name="connsiteY0" fmla="*/ 4157943 h 4157943"/>
                <a:gd name="connsiteX1" fmla="*/ 1070776 w 7932779"/>
                <a:gd name="connsiteY1" fmla="*/ 3691729 h 4157943"/>
                <a:gd name="connsiteX2" fmla="*/ 2105921 w 7932779"/>
                <a:gd name="connsiteY2" fmla="*/ 3553497 h 4157943"/>
                <a:gd name="connsiteX3" fmla="*/ 3075739 w 7932779"/>
                <a:gd name="connsiteY3" fmla="*/ 2740343 h 4157943"/>
                <a:gd name="connsiteX4" fmla="*/ 4199252 w 7932779"/>
                <a:gd name="connsiteY4" fmla="*/ 2427848 h 4157943"/>
                <a:gd name="connsiteX5" fmla="*/ 4886514 w 7932779"/>
                <a:gd name="connsiteY5" fmla="*/ 1540457 h 4157943"/>
                <a:gd name="connsiteX6" fmla="*/ 5817988 w 7932779"/>
                <a:gd name="connsiteY6" fmla="*/ 1368175 h 4157943"/>
                <a:gd name="connsiteX7" fmla="*/ 5827248 w 7932779"/>
                <a:gd name="connsiteY7" fmla="*/ 1367429 h 4157943"/>
                <a:gd name="connsiteX8" fmla="*/ 6652279 w 7932779"/>
                <a:gd name="connsiteY8" fmla="*/ 1052687 h 4157943"/>
                <a:gd name="connsiteX9" fmla="*/ 7932779 w 7932779"/>
                <a:gd name="connsiteY9" fmla="*/ 0 h 4157943"/>
                <a:gd name="connsiteX0" fmla="*/ 0 w 7620753"/>
                <a:gd name="connsiteY0" fmla="*/ 4029524 h 4029524"/>
                <a:gd name="connsiteX1" fmla="*/ 1070776 w 7620753"/>
                <a:gd name="connsiteY1" fmla="*/ 3563310 h 4029524"/>
                <a:gd name="connsiteX2" fmla="*/ 2105921 w 7620753"/>
                <a:gd name="connsiteY2" fmla="*/ 3425078 h 4029524"/>
                <a:gd name="connsiteX3" fmla="*/ 3075739 w 7620753"/>
                <a:gd name="connsiteY3" fmla="*/ 2611924 h 4029524"/>
                <a:gd name="connsiteX4" fmla="*/ 4199252 w 7620753"/>
                <a:gd name="connsiteY4" fmla="*/ 2299429 h 4029524"/>
                <a:gd name="connsiteX5" fmla="*/ 4886514 w 7620753"/>
                <a:gd name="connsiteY5" fmla="*/ 1412038 h 4029524"/>
                <a:gd name="connsiteX6" fmla="*/ 5817988 w 7620753"/>
                <a:gd name="connsiteY6" fmla="*/ 1239756 h 4029524"/>
                <a:gd name="connsiteX7" fmla="*/ 5827248 w 7620753"/>
                <a:gd name="connsiteY7" fmla="*/ 1239010 h 4029524"/>
                <a:gd name="connsiteX8" fmla="*/ 6652279 w 7620753"/>
                <a:gd name="connsiteY8" fmla="*/ 924268 h 4029524"/>
                <a:gd name="connsiteX9" fmla="*/ 7620753 w 7620753"/>
                <a:gd name="connsiteY9" fmla="*/ 0 h 4029524"/>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8943146 w 8943146"/>
                <a:gd name="connsiteY9"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943146 w 8943146"/>
                <a:gd name="connsiteY10"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727993 w 8943146"/>
                <a:gd name="connsiteY9" fmla="*/ 105604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846859 w 8943146"/>
                <a:gd name="connsiteY9" fmla="*/ 1202808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396619 w 8943146"/>
                <a:gd name="connsiteY10" fmla="*/ 468982 h 5102743"/>
                <a:gd name="connsiteX11" fmla="*/ 8943146 w 8943146"/>
                <a:gd name="connsiteY11" fmla="*/ 0 h 5102743"/>
                <a:gd name="connsiteX0" fmla="*/ 0 w 8943146"/>
                <a:gd name="connsiteY0" fmla="*/ 5102743 h 5102743"/>
                <a:gd name="connsiteX1" fmla="*/ 1070776 w 8943146"/>
                <a:gd name="connsiteY1" fmla="*/ 4636529 h 5102743"/>
                <a:gd name="connsiteX2" fmla="*/ 2105921 w 8943146"/>
                <a:gd name="connsiteY2" fmla="*/ 4498297 h 5102743"/>
                <a:gd name="connsiteX3" fmla="*/ 3075739 w 8943146"/>
                <a:gd name="connsiteY3" fmla="*/ 3685143 h 5102743"/>
                <a:gd name="connsiteX4" fmla="*/ 4199252 w 8943146"/>
                <a:gd name="connsiteY4" fmla="*/ 3372648 h 5102743"/>
                <a:gd name="connsiteX5" fmla="*/ 4886514 w 8943146"/>
                <a:gd name="connsiteY5" fmla="*/ 2485257 h 5102743"/>
                <a:gd name="connsiteX6" fmla="*/ 5817988 w 8943146"/>
                <a:gd name="connsiteY6" fmla="*/ 2312975 h 5102743"/>
                <a:gd name="connsiteX7" fmla="*/ 5827248 w 8943146"/>
                <a:gd name="connsiteY7" fmla="*/ 2312229 h 5102743"/>
                <a:gd name="connsiteX8" fmla="*/ 6652279 w 8943146"/>
                <a:gd name="connsiteY8" fmla="*/ 1997487 h 5102743"/>
                <a:gd name="connsiteX9" fmla="*/ 7601696 w 8943146"/>
                <a:gd name="connsiteY9" fmla="*/ 1413783 h 5102743"/>
                <a:gd name="connsiteX10" fmla="*/ 8181173 w 8943146"/>
                <a:gd name="connsiteY10" fmla="*/ 881759 h 5102743"/>
                <a:gd name="connsiteX11" fmla="*/ 8943146 w 8943146"/>
                <a:gd name="connsiteY11" fmla="*/ 0 h 5102743"/>
                <a:gd name="connsiteX0" fmla="*/ 0 w 8690553"/>
                <a:gd name="connsiteY0" fmla="*/ 4800040 h 4800040"/>
                <a:gd name="connsiteX1" fmla="*/ 1070776 w 8690553"/>
                <a:gd name="connsiteY1" fmla="*/ 4333826 h 4800040"/>
                <a:gd name="connsiteX2" fmla="*/ 2105921 w 8690553"/>
                <a:gd name="connsiteY2" fmla="*/ 4195594 h 4800040"/>
                <a:gd name="connsiteX3" fmla="*/ 3075739 w 8690553"/>
                <a:gd name="connsiteY3" fmla="*/ 3382440 h 4800040"/>
                <a:gd name="connsiteX4" fmla="*/ 4199252 w 8690553"/>
                <a:gd name="connsiteY4" fmla="*/ 3069945 h 4800040"/>
                <a:gd name="connsiteX5" fmla="*/ 4886514 w 8690553"/>
                <a:gd name="connsiteY5" fmla="*/ 2182554 h 4800040"/>
                <a:gd name="connsiteX6" fmla="*/ 5817988 w 8690553"/>
                <a:gd name="connsiteY6" fmla="*/ 2010272 h 4800040"/>
                <a:gd name="connsiteX7" fmla="*/ 5827248 w 8690553"/>
                <a:gd name="connsiteY7" fmla="*/ 2009526 h 4800040"/>
                <a:gd name="connsiteX8" fmla="*/ 6652279 w 8690553"/>
                <a:gd name="connsiteY8" fmla="*/ 1694784 h 4800040"/>
                <a:gd name="connsiteX9" fmla="*/ 7601696 w 8690553"/>
                <a:gd name="connsiteY9" fmla="*/ 1111080 h 4800040"/>
                <a:gd name="connsiteX10" fmla="*/ 8181173 w 8690553"/>
                <a:gd name="connsiteY10" fmla="*/ 579056 h 4800040"/>
                <a:gd name="connsiteX11" fmla="*/ 8690553 w 8690553"/>
                <a:gd name="connsiteY11" fmla="*/ 0 h 4800040"/>
                <a:gd name="connsiteX0" fmla="*/ 0 w 9472572"/>
                <a:gd name="connsiteY0" fmla="*/ 5637297 h 5637297"/>
                <a:gd name="connsiteX1" fmla="*/ 1070776 w 9472572"/>
                <a:gd name="connsiteY1" fmla="*/ 5171083 h 5637297"/>
                <a:gd name="connsiteX2" fmla="*/ 2105921 w 9472572"/>
                <a:gd name="connsiteY2" fmla="*/ 5032851 h 5637297"/>
                <a:gd name="connsiteX3" fmla="*/ 3075739 w 9472572"/>
                <a:gd name="connsiteY3" fmla="*/ 4219697 h 5637297"/>
                <a:gd name="connsiteX4" fmla="*/ 4199252 w 9472572"/>
                <a:gd name="connsiteY4" fmla="*/ 3907202 h 5637297"/>
                <a:gd name="connsiteX5" fmla="*/ 4886514 w 9472572"/>
                <a:gd name="connsiteY5" fmla="*/ 3019811 h 5637297"/>
                <a:gd name="connsiteX6" fmla="*/ 5817988 w 9472572"/>
                <a:gd name="connsiteY6" fmla="*/ 2847529 h 5637297"/>
                <a:gd name="connsiteX7" fmla="*/ 5827248 w 9472572"/>
                <a:gd name="connsiteY7" fmla="*/ 2846783 h 5637297"/>
                <a:gd name="connsiteX8" fmla="*/ 6652279 w 9472572"/>
                <a:gd name="connsiteY8" fmla="*/ 2532041 h 5637297"/>
                <a:gd name="connsiteX9" fmla="*/ 7601696 w 9472572"/>
                <a:gd name="connsiteY9" fmla="*/ 1948337 h 5637297"/>
                <a:gd name="connsiteX10" fmla="*/ 8181173 w 9472572"/>
                <a:gd name="connsiteY10" fmla="*/ 1416313 h 5637297"/>
                <a:gd name="connsiteX11" fmla="*/ 9472572 w 9472572"/>
                <a:gd name="connsiteY11" fmla="*/ 0 h 5637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72572" h="5637297">
                  <a:moveTo>
                    <a:pt x="0" y="5637297"/>
                  </a:moveTo>
                  <a:lnTo>
                    <a:pt x="1070776" y="5171083"/>
                  </a:lnTo>
                  <a:lnTo>
                    <a:pt x="2105921" y="5032851"/>
                  </a:lnTo>
                  <a:lnTo>
                    <a:pt x="3075739" y="4219697"/>
                  </a:lnTo>
                  <a:lnTo>
                    <a:pt x="4199252" y="3907202"/>
                  </a:lnTo>
                  <a:lnTo>
                    <a:pt x="4886514" y="3019811"/>
                  </a:lnTo>
                  <a:lnTo>
                    <a:pt x="5817988" y="2847529"/>
                  </a:lnTo>
                  <a:lnTo>
                    <a:pt x="5827248" y="2846783"/>
                  </a:lnTo>
                  <a:lnTo>
                    <a:pt x="6652279" y="2532041"/>
                  </a:lnTo>
                  <a:cubicBezTo>
                    <a:pt x="6969070" y="2322677"/>
                    <a:pt x="7219885" y="2281251"/>
                    <a:pt x="7601696" y="1948337"/>
                  </a:cubicBezTo>
                  <a:lnTo>
                    <a:pt x="8181173" y="1416313"/>
                  </a:lnTo>
                  <a:cubicBezTo>
                    <a:pt x="8350966" y="1223294"/>
                    <a:pt x="9302779" y="193019"/>
                    <a:pt x="9472572" y="0"/>
                  </a:cubicBezTo>
                </a:path>
              </a:pathLst>
            </a:custGeom>
            <a:ln w="19050">
              <a:solidFill>
                <a:schemeClr val="tx1"/>
              </a:solidFill>
              <a:tailEnd type="arrow"/>
            </a:ln>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456938" rtl="0" eaLnBrk="1" latinLnBrk="0" hangingPunct="1">
                <a:defRPr sz="1800" kern="1200">
                  <a:solidFill>
                    <a:schemeClr val="tx1"/>
                  </a:solidFill>
                  <a:latin typeface="+mn-lt"/>
                  <a:ea typeface="+mn-ea"/>
                  <a:cs typeface="+mn-cs"/>
                </a:defRPr>
              </a:lvl1pPr>
              <a:lvl2pPr marL="456938" algn="l" defTabSz="456938" rtl="0" eaLnBrk="1" latinLnBrk="0" hangingPunct="1">
                <a:defRPr sz="1800" kern="1200">
                  <a:solidFill>
                    <a:schemeClr val="tx1"/>
                  </a:solidFill>
                  <a:latin typeface="+mn-lt"/>
                  <a:ea typeface="+mn-ea"/>
                  <a:cs typeface="+mn-cs"/>
                </a:defRPr>
              </a:lvl2pPr>
              <a:lvl3pPr marL="913877" algn="l" defTabSz="456938" rtl="0" eaLnBrk="1" latinLnBrk="0" hangingPunct="1">
                <a:defRPr sz="1800" kern="1200">
                  <a:solidFill>
                    <a:schemeClr val="tx1"/>
                  </a:solidFill>
                  <a:latin typeface="+mn-lt"/>
                  <a:ea typeface="+mn-ea"/>
                  <a:cs typeface="+mn-cs"/>
                </a:defRPr>
              </a:lvl3pPr>
              <a:lvl4pPr marL="1370814" algn="l" defTabSz="456938" rtl="0" eaLnBrk="1" latinLnBrk="0" hangingPunct="1">
                <a:defRPr sz="1800" kern="1200">
                  <a:solidFill>
                    <a:schemeClr val="tx1"/>
                  </a:solidFill>
                  <a:latin typeface="+mn-lt"/>
                  <a:ea typeface="+mn-ea"/>
                  <a:cs typeface="+mn-cs"/>
                </a:defRPr>
              </a:lvl4pPr>
              <a:lvl5pPr marL="1827752" algn="l" defTabSz="456938" rtl="0" eaLnBrk="1" latinLnBrk="0" hangingPunct="1">
                <a:defRPr sz="1800" kern="1200">
                  <a:solidFill>
                    <a:schemeClr val="tx1"/>
                  </a:solidFill>
                  <a:latin typeface="+mn-lt"/>
                  <a:ea typeface="+mn-ea"/>
                  <a:cs typeface="+mn-cs"/>
                </a:defRPr>
              </a:lvl5pPr>
              <a:lvl6pPr marL="2284689" algn="l" defTabSz="456938" rtl="0" eaLnBrk="1" latinLnBrk="0" hangingPunct="1">
                <a:defRPr sz="1800" kern="1200">
                  <a:solidFill>
                    <a:schemeClr val="tx1"/>
                  </a:solidFill>
                  <a:latin typeface="+mn-lt"/>
                  <a:ea typeface="+mn-ea"/>
                  <a:cs typeface="+mn-cs"/>
                </a:defRPr>
              </a:lvl6pPr>
              <a:lvl7pPr marL="2741627" algn="l" defTabSz="456938" rtl="0" eaLnBrk="1" latinLnBrk="0" hangingPunct="1">
                <a:defRPr sz="1800" kern="1200">
                  <a:solidFill>
                    <a:schemeClr val="tx1"/>
                  </a:solidFill>
                  <a:latin typeface="+mn-lt"/>
                  <a:ea typeface="+mn-ea"/>
                  <a:cs typeface="+mn-cs"/>
                </a:defRPr>
              </a:lvl7pPr>
              <a:lvl8pPr marL="3198563" algn="l" defTabSz="456938" rtl="0" eaLnBrk="1" latinLnBrk="0" hangingPunct="1">
                <a:defRPr sz="1800" kern="1200">
                  <a:solidFill>
                    <a:schemeClr val="tx1"/>
                  </a:solidFill>
                  <a:latin typeface="+mn-lt"/>
                  <a:ea typeface="+mn-ea"/>
                  <a:cs typeface="+mn-cs"/>
                </a:defRPr>
              </a:lvl8pPr>
              <a:lvl9pPr marL="3655499" algn="l" defTabSz="456938" rtl="0" eaLnBrk="1" latinLnBrk="0" hangingPunct="1">
                <a:defRPr sz="1800" kern="1200">
                  <a:solidFill>
                    <a:schemeClr val="tx1"/>
                  </a:solidFill>
                  <a:latin typeface="+mn-lt"/>
                  <a:ea typeface="+mn-ea"/>
                  <a:cs typeface="+mn-cs"/>
                </a:defRPr>
              </a:lvl9pPr>
            </a:lstStyle>
            <a:p>
              <a:pPr marL="0" marR="0" lvl="0" indent="0" algn="ctr" defTabSz="456938" rtl="0" eaLnBrk="1" fontAlgn="auto" latinLnBrk="0" hangingPunct="1">
                <a:lnSpc>
                  <a:spcPct val="100000"/>
                </a:lnSpc>
                <a:spcAft>
                  <a:spcPts val="200"/>
                </a:spcAft>
                <a:buClrTx/>
                <a:buSzTx/>
                <a:buFontTx/>
                <a:buNone/>
                <a:tabLst/>
                <a:defRPr/>
              </a:pPr>
              <a:endParaRPr kumimoji="0" lang="en-US" sz="1400" b="0" i="0" u="none" strike="noStrike" kern="1200" cap="none" spc="0" normalizeH="0" baseline="0" noProof="0">
                <a:ln>
                  <a:noFill/>
                </a:ln>
                <a:solidFill>
                  <a:srgbClr val="525252"/>
                </a:solidFill>
                <a:effectLst/>
                <a:uLnTx/>
                <a:uFillTx/>
                <a:latin typeface="+mn-lt"/>
                <a:ea typeface="+mn-ea"/>
                <a:cs typeface="+mn-cs"/>
              </a:endParaRPr>
            </a:p>
          </p:txBody>
        </p:sp>
        <p:sp>
          <p:nvSpPr>
            <p:cNvPr id="104" name="TextBox 103">
              <a:extLst>
                <a:ext uri="{FF2B5EF4-FFF2-40B4-BE49-F238E27FC236}">
                  <a16:creationId xmlns:a16="http://schemas.microsoft.com/office/drawing/2014/main" id="{824B617A-370E-7BEF-4A11-E7CD259EDCFB}"/>
                </a:ext>
              </a:extLst>
            </p:cNvPr>
            <p:cNvSpPr txBox="1"/>
            <p:nvPr/>
          </p:nvSpPr>
          <p:spPr>
            <a:xfrm>
              <a:off x="8563121" y="905854"/>
              <a:ext cx="1196166" cy="65659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2021</a:t>
              </a:r>
            </a:p>
            <a:p>
              <a:pPr lvl="0">
                <a:spcAft>
                  <a:spcPts val="200"/>
                </a:spcAft>
                <a:defRPr/>
              </a:pPr>
              <a:r>
                <a:rPr lang="en-US" sz="1000" dirty="0">
                  <a:latin typeface="+mn-lt"/>
                </a:rPr>
                <a:t>Certified “Top Employer of the year” in US, UK and Spain</a:t>
              </a:r>
              <a:endParaRPr kumimoji="0" lang="en-US" sz="900" b="1" i="0" u="none" strike="noStrike" kern="1200" cap="none" spc="0" normalizeH="0" baseline="0" noProof="0" dirty="0">
                <a:ln>
                  <a:noFill/>
                </a:ln>
                <a:effectLst/>
                <a:uLnTx/>
                <a:uFillTx/>
                <a:latin typeface="+mn-lt"/>
                <a:ea typeface="+mn-ea"/>
                <a:cs typeface="+mn-cs"/>
              </a:endParaRPr>
            </a:p>
          </p:txBody>
        </p:sp>
        <p:sp>
          <p:nvSpPr>
            <p:cNvPr id="105" name="Rectangle 104">
              <a:extLst>
                <a:ext uri="{FF2B5EF4-FFF2-40B4-BE49-F238E27FC236}">
                  <a16:creationId xmlns:a16="http://schemas.microsoft.com/office/drawing/2014/main" id="{11F80E6D-DCCF-0B2F-DB71-5C90B2A99457}"/>
                </a:ext>
              </a:extLst>
            </p:cNvPr>
            <p:cNvSpPr/>
            <p:nvPr/>
          </p:nvSpPr>
          <p:spPr>
            <a:xfrm>
              <a:off x="1081049" y="460690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6" name="Rectangle 105">
              <a:extLst>
                <a:ext uri="{FF2B5EF4-FFF2-40B4-BE49-F238E27FC236}">
                  <a16:creationId xmlns:a16="http://schemas.microsoft.com/office/drawing/2014/main" id="{C2AA02F7-ADBC-89A9-6A37-BD585ED838BB}"/>
                </a:ext>
              </a:extLst>
            </p:cNvPr>
            <p:cNvSpPr/>
            <p:nvPr/>
          </p:nvSpPr>
          <p:spPr>
            <a:xfrm>
              <a:off x="2407273" y="4417303"/>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7" name="Rectangle 106">
              <a:extLst>
                <a:ext uri="{FF2B5EF4-FFF2-40B4-BE49-F238E27FC236}">
                  <a16:creationId xmlns:a16="http://schemas.microsoft.com/office/drawing/2014/main" id="{EF2C8515-6D39-24F3-71E5-F89B8220DDD0}"/>
                </a:ext>
              </a:extLst>
            </p:cNvPr>
            <p:cNvSpPr/>
            <p:nvPr/>
          </p:nvSpPr>
          <p:spPr>
            <a:xfrm>
              <a:off x="2730380" y="438019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8" name="Rectangle 107">
              <a:extLst>
                <a:ext uri="{FF2B5EF4-FFF2-40B4-BE49-F238E27FC236}">
                  <a16:creationId xmlns:a16="http://schemas.microsoft.com/office/drawing/2014/main" id="{5D002878-57A2-DD86-CAB8-9CC35ED2FD78}"/>
                </a:ext>
              </a:extLst>
            </p:cNvPr>
            <p:cNvSpPr/>
            <p:nvPr/>
          </p:nvSpPr>
          <p:spPr>
            <a:xfrm>
              <a:off x="6053240" y="2710692"/>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09" name="Rectangle 108">
              <a:extLst>
                <a:ext uri="{FF2B5EF4-FFF2-40B4-BE49-F238E27FC236}">
                  <a16:creationId xmlns:a16="http://schemas.microsoft.com/office/drawing/2014/main" id="{B94D7ADD-0BCE-970C-E038-E39C4277E16A}"/>
                </a:ext>
              </a:extLst>
            </p:cNvPr>
            <p:cNvSpPr/>
            <p:nvPr/>
          </p:nvSpPr>
          <p:spPr>
            <a:xfrm>
              <a:off x="6361657" y="265242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0" name="TextBox 109">
              <a:extLst>
                <a:ext uri="{FF2B5EF4-FFF2-40B4-BE49-F238E27FC236}">
                  <a16:creationId xmlns:a16="http://schemas.microsoft.com/office/drawing/2014/main" id="{2C62ECB0-3A41-F503-6415-0DB87AEFF1A6}"/>
                </a:ext>
              </a:extLst>
            </p:cNvPr>
            <p:cNvSpPr txBox="1"/>
            <p:nvPr/>
          </p:nvSpPr>
          <p:spPr>
            <a:xfrm>
              <a:off x="1069317" y="4898729"/>
              <a:ext cx="9500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2002</a:t>
              </a:r>
            </a:p>
            <a:p>
              <a:r>
                <a:rPr lang="en-US" sz="1000" dirty="0">
                  <a:latin typeface="+mn-lt"/>
                </a:rPr>
                <a:t>Launched UST’s Colors Program</a:t>
              </a:r>
            </a:p>
          </p:txBody>
        </p:sp>
        <p:sp>
          <p:nvSpPr>
            <p:cNvPr id="111" name="TextBox 110">
              <a:extLst>
                <a:ext uri="{FF2B5EF4-FFF2-40B4-BE49-F238E27FC236}">
                  <a16:creationId xmlns:a16="http://schemas.microsoft.com/office/drawing/2014/main" id="{A960FB55-C133-3FC2-623C-210984CF08BD}"/>
                </a:ext>
              </a:extLst>
            </p:cNvPr>
            <p:cNvSpPr txBox="1"/>
            <p:nvPr/>
          </p:nvSpPr>
          <p:spPr>
            <a:xfrm>
              <a:off x="5523777" y="5474567"/>
              <a:ext cx="1356219"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Launched CyberProof and UST SmartOps</a:t>
              </a:r>
            </a:p>
          </p:txBody>
        </p:sp>
        <p:sp>
          <p:nvSpPr>
            <p:cNvPr id="112" name="TextBox 111">
              <a:extLst>
                <a:ext uri="{FF2B5EF4-FFF2-40B4-BE49-F238E27FC236}">
                  <a16:creationId xmlns:a16="http://schemas.microsoft.com/office/drawing/2014/main" id="{5A9224A8-FB0D-DE27-9104-FA23FB30692E}"/>
                </a:ext>
              </a:extLst>
            </p:cNvPr>
            <p:cNvSpPr txBox="1"/>
            <p:nvPr/>
          </p:nvSpPr>
          <p:spPr>
            <a:xfrm>
              <a:off x="7545392" y="1609648"/>
              <a:ext cx="872942"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marR="0" lvl="0" indent="0" defTabSz="914400" rtl="0" eaLnBrk="1" fontAlgn="auto" latinLnBrk="0" hangingPunct="1">
                <a:lnSpc>
                  <a:spcPct val="100000"/>
                </a:lnSpc>
                <a:spcAft>
                  <a:spcPts val="200"/>
                </a:spcAft>
                <a:buClrTx/>
                <a:buSzTx/>
                <a:buFontTx/>
                <a:buNone/>
                <a:tabLst/>
                <a:defRPr/>
              </a:pPr>
              <a:r>
                <a:rPr kumimoji="0" lang="en-US" sz="1000" i="0" u="none" strike="noStrike" kern="1200" cap="none" spc="0" normalizeH="0" baseline="0" noProof="0" dirty="0">
                  <a:ln>
                    <a:noFill/>
                  </a:ln>
                  <a:effectLst/>
                  <a:uLnTx/>
                  <a:uFillTx/>
                  <a:latin typeface="+mn-lt"/>
                  <a:ea typeface="+mn-ea"/>
                  <a:cs typeface="+mn-cs"/>
                </a:rPr>
                <a:t>Glassdoor Best Places to Work</a:t>
              </a:r>
              <a:endParaRPr kumimoji="0" lang="en-US" sz="900" i="0" u="none" strike="noStrike" kern="1200" cap="none" spc="0" normalizeH="0" baseline="0" noProof="0" dirty="0">
                <a:ln>
                  <a:noFill/>
                </a:ln>
                <a:effectLst/>
                <a:uLnTx/>
                <a:uFillTx/>
                <a:latin typeface="+mn-lt"/>
                <a:ea typeface="+mn-ea"/>
                <a:cs typeface="+mn-cs"/>
              </a:endParaRPr>
            </a:p>
          </p:txBody>
        </p:sp>
        <p:sp>
          <p:nvSpPr>
            <p:cNvPr id="113" name="TextBox 112">
              <a:extLst>
                <a:ext uri="{FF2B5EF4-FFF2-40B4-BE49-F238E27FC236}">
                  <a16:creationId xmlns:a16="http://schemas.microsoft.com/office/drawing/2014/main" id="{13F21217-CE86-A3EC-E82F-123CF848AE58}"/>
                </a:ext>
              </a:extLst>
            </p:cNvPr>
            <p:cNvSpPr txBox="1"/>
            <p:nvPr/>
          </p:nvSpPr>
          <p:spPr>
            <a:xfrm>
              <a:off x="6895934" y="1009879"/>
              <a:ext cx="960953" cy="469854"/>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2019</a:t>
              </a:r>
            </a:p>
            <a:p>
              <a:r>
                <a:rPr lang="en-US" sz="1000" dirty="0">
                  <a:latin typeface="+mn-lt"/>
                </a:rPr>
                <a:t>Launched UST HealthProof</a:t>
              </a:r>
            </a:p>
          </p:txBody>
        </p:sp>
        <p:cxnSp>
          <p:nvCxnSpPr>
            <p:cNvPr id="114" name="Straight Connector 113">
              <a:extLst>
                <a:ext uri="{FF2B5EF4-FFF2-40B4-BE49-F238E27FC236}">
                  <a16:creationId xmlns:a16="http://schemas.microsoft.com/office/drawing/2014/main" id="{3834021C-742F-15BA-1D5F-56FDA08FF880}"/>
                </a:ext>
              </a:extLst>
            </p:cNvPr>
            <p:cNvCxnSpPr>
              <a:cxnSpLocks/>
              <a:endCxn id="148" idx="0"/>
            </p:cNvCxnSpPr>
            <p:nvPr/>
          </p:nvCxnSpPr>
          <p:spPr>
            <a:xfrm>
              <a:off x="7610539" y="2139722"/>
              <a:ext cx="0" cy="27864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5" name="TextBox 114">
              <a:extLst>
                <a:ext uri="{FF2B5EF4-FFF2-40B4-BE49-F238E27FC236}">
                  <a16:creationId xmlns:a16="http://schemas.microsoft.com/office/drawing/2014/main" id="{7BBA1FE0-48F5-4E1A-16EB-B1F7CE559B56}"/>
                </a:ext>
              </a:extLst>
            </p:cNvPr>
            <p:cNvSpPr txBox="1"/>
            <p:nvPr/>
          </p:nvSpPr>
          <p:spPr>
            <a:xfrm>
              <a:off x="7901885" y="5159246"/>
              <a:ext cx="1164459"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Temasek follow on investment of $120M</a:t>
              </a:r>
            </a:p>
          </p:txBody>
        </p:sp>
        <p:cxnSp>
          <p:nvCxnSpPr>
            <p:cNvPr id="116" name="Straight Connector 115">
              <a:extLst>
                <a:ext uri="{FF2B5EF4-FFF2-40B4-BE49-F238E27FC236}">
                  <a16:creationId xmlns:a16="http://schemas.microsoft.com/office/drawing/2014/main" id="{8F9A99C4-3BAB-8989-2503-4FBB1F488B30}"/>
                </a:ext>
              </a:extLst>
            </p:cNvPr>
            <p:cNvCxnSpPr>
              <a:cxnSpLocks/>
            </p:cNvCxnSpPr>
            <p:nvPr/>
          </p:nvCxnSpPr>
          <p:spPr>
            <a:xfrm flipV="1">
              <a:off x="7308226" y="2585213"/>
              <a:ext cx="0" cy="302165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17" name="Rectangle 116">
              <a:extLst>
                <a:ext uri="{FF2B5EF4-FFF2-40B4-BE49-F238E27FC236}">
                  <a16:creationId xmlns:a16="http://schemas.microsoft.com/office/drawing/2014/main" id="{3135280F-D642-95AA-C93B-B58281C1FE6F}"/>
                </a:ext>
              </a:extLst>
            </p:cNvPr>
            <p:cNvSpPr/>
            <p:nvPr/>
          </p:nvSpPr>
          <p:spPr>
            <a:xfrm>
              <a:off x="7243078" y="2518935"/>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18" name="TextBox 117">
              <a:extLst>
                <a:ext uri="{FF2B5EF4-FFF2-40B4-BE49-F238E27FC236}">
                  <a16:creationId xmlns:a16="http://schemas.microsoft.com/office/drawing/2014/main" id="{DB8BDFB9-9AB9-AABC-6883-DBB6686C1196}"/>
                </a:ext>
              </a:extLst>
            </p:cNvPr>
            <p:cNvSpPr txBox="1"/>
            <p:nvPr/>
          </p:nvSpPr>
          <p:spPr>
            <a:xfrm>
              <a:off x="7243078" y="5628456"/>
              <a:ext cx="1823265" cy="34881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r>
                <a:rPr lang="en-US" sz="1000" dirty="0">
                  <a:latin typeface="+mn-lt"/>
                </a:rPr>
                <a:t>Acquired Advalent healthcare</a:t>
              </a:r>
            </a:p>
          </p:txBody>
        </p:sp>
        <p:sp>
          <p:nvSpPr>
            <p:cNvPr id="119" name="TextBox 118">
              <a:extLst>
                <a:ext uri="{FF2B5EF4-FFF2-40B4-BE49-F238E27FC236}">
                  <a16:creationId xmlns:a16="http://schemas.microsoft.com/office/drawing/2014/main" id="{B8318AD1-7631-9FC6-734B-41CC8D894B97}"/>
                </a:ext>
              </a:extLst>
            </p:cNvPr>
            <p:cNvSpPr txBox="1"/>
            <p:nvPr/>
          </p:nvSpPr>
          <p:spPr>
            <a:xfrm>
              <a:off x="8896975" y="4387027"/>
              <a:ext cx="111538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2022</a:t>
              </a:r>
            </a:p>
            <a:p>
              <a:pPr lvl="0">
                <a:spcAft>
                  <a:spcPts val="200"/>
                </a:spcAft>
                <a:defRPr/>
              </a:pPr>
              <a:r>
                <a:rPr lang="en-US" sz="1000" b="0" dirty="0">
                  <a:solidFill>
                    <a:srgbClr val="231F20"/>
                  </a:solidFill>
                  <a:latin typeface="+mn-lt"/>
                  <a:cs typeface="Arial"/>
                </a:rPr>
                <a:t>30,000+ employees</a:t>
              </a:r>
              <a:endParaRPr kumimoji="0" lang="en-US" sz="900" b="0" i="0" u="none" strike="noStrike" kern="1200" cap="none" spc="0" normalizeH="0" baseline="0" noProof="0" dirty="0">
                <a:ln>
                  <a:noFill/>
                </a:ln>
                <a:solidFill>
                  <a:srgbClr val="231F20"/>
                </a:solidFill>
                <a:effectLst/>
                <a:uLnTx/>
                <a:uFillTx/>
                <a:latin typeface="+mn-lt"/>
              </a:endParaRPr>
            </a:p>
          </p:txBody>
        </p:sp>
        <p:cxnSp>
          <p:nvCxnSpPr>
            <p:cNvPr id="120" name="Straight Connector 119">
              <a:extLst>
                <a:ext uri="{FF2B5EF4-FFF2-40B4-BE49-F238E27FC236}">
                  <a16:creationId xmlns:a16="http://schemas.microsoft.com/office/drawing/2014/main" id="{F28D741C-7138-BE40-8F51-21304E329338}"/>
                </a:ext>
              </a:extLst>
            </p:cNvPr>
            <p:cNvCxnSpPr>
              <a:cxnSpLocks/>
            </p:cNvCxnSpPr>
            <p:nvPr/>
          </p:nvCxnSpPr>
          <p:spPr>
            <a:xfrm flipV="1">
              <a:off x="347365" y="5022809"/>
              <a:ext cx="0" cy="242218"/>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21" name="TextBox 120">
              <a:extLst>
                <a:ext uri="{FF2B5EF4-FFF2-40B4-BE49-F238E27FC236}">
                  <a16:creationId xmlns:a16="http://schemas.microsoft.com/office/drawing/2014/main" id="{F4D600EE-4DBD-19E8-6D9D-48C0283DA8F6}"/>
                </a:ext>
              </a:extLst>
            </p:cNvPr>
            <p:cNvSpPr txBox="1"/>
            <p:nvPr/>
          </p:nvSpPr>
          <p:spPr>
            <a:xfrm>
              <a:off x="558737" y="3824376"/>
              <a:ext cx="1121503" cy="502702"/>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dirty="0">
                  <a:ln>
                    <a:noFill/>
                  </a:ln>
                  <a:solidFill>
                    <a:srgbClr val="231F20"/>
                  </a:solidFill>
                  <a:effectLst/>
                  <a:uLnTx/>
                  <a:uFillTx/>
                  <a:latin typeface="+mn-lt"/>
                  <a:ea typeface="+mn-ea"/>
                  <a:cs typeface="+mn-cs"/>
                </a:rPr>
                <a:t>1999</a:t>
              </a:r>
            </a:p>
            <a:p>
              <a:r>
                <a:rPr lang="en-US" sz="1000" b="0" dirty="0">
                  <a:solidFill>
                    <a:srgbClr val="231F20"/>
                  </a:solidFill>
                  <a:latin typeface="+mn-lt"/>
                </a:rPr>
                <a:t>Born digital with 14 employees</a:t>
              </a:r>
            </a:p>
          </p:txBody>
        </p:sp>
        <p:sp>
          <p:nvSpPr>
            <p:cNvPr id="122" name="Rectangle 121">
              <a:extLst>
                <a:ext uri="{FF2B5EF4-FFF2-40B4-BE49-F238E27FC236}">
                  <a16:creationId xmlns:a16="http://schemas.microsoft.com/office/drawing/2014/main" id="{0259A6BD-3847-A5EA-1830-C7C829EFDE77}"/>
                </a:ext>
              </a:extLst>
            </p:cNvPr>
            <p:cNvSpPr/>
            <p:nvPr/>
          </p:nvSpPr>
          <p:spPr>
            <a:xfrm>
              <a:off x="282218" y="4905711"/>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3" name="TextBox 122">
              <a:extLst>
                <a:ext uri="{FF2B5EF4-FFF2-40B4-BE49-F238E27FC236}">
                  <a16:creationId xmlns:a16="http://schemas.microsoft.com/office/drawing/2014/main" id="{08EFA9CD-D445-D2F2-3CF4-5566938F3598}"/>
                </a:ext>
              </a:extLst>
            </p:cNvPr>
            <p:cNvSpPr txBox="1"/>
            <p:nvPr/>
          </p:nvSpPr>
          <p:spPr>
            <a:xfrm>
              <a:off x="4456146" y="2168372"/>
              <a:ext cx="694546" cy="4698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2016</a:t>
              </a:r>
            </a:p>
            <a:p>
              <a:r>
                <a:rPr lang="en-US" sz="1000" dirty="0">
                  <a:latin typeface="+mn-lt"/>
                </a:rPr>
                <a:t>Acquired BlueConch</a:t>
              </a:r>
            </a:p>
          </p:txBody>
        </p:sp>
        <p:cxnSp>
          <p:nvCxnSpPr>
            <p:cNvPr id="124" name="Straight Connector 123">
              <a:extLst>
                <a:ext uri="{FF2B5EF4-FFF2-40B4-BE49-F238E27FC236}">
                  <a16:creationId xmlns:a16="http://schemas.microsoft.com/office/drawing/2014/main" id="{452E2D61-2DA5-33BA-7660-751C184302D9}"/>
                </a:ext>
              </a:extLst>
            </p:cNvPr>
            <p:cNvCxnSpPr>
              <a:cxnSpLocks/>
            </p:cNvCxnSpPr>
            <p:nvPr/>
          </p:nvCxnSpPr>
          <p:spPr>
            <a:xfrm flipV="1">
              <a:off x="4518594" y="2722733"/>
              <a:ext cx="0" cy="87796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5" name="Rectangle 124">
              <a:extLst>
                <a:ext uri="{FF2B5EF4-FFF2-40B4-BE49-F238E27FC236}">
                  <a16:creationId xmlns:a16="http://schemas.microsoft.com/office/drawing/2014/main" id="{A9DFBFA0-F097-6701-8F44-799315248533}"/>
                </a:ext>
              </a:extLst>
            </p:cNvPr>
            <p:cNvSpPr/>
            <p:nvPr/>
          </p:nvSpPr>
          <p:spPr>
            <a:xfrm>
              <a:off x="4456146" y="35651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6" name="TextBox 125">
              <a:extLst>
                <a:ext uri="{FF2B5EF4-FFF2-40B4-BE49-F238E27FC236}">
                  <a16:creationId xmlns:a16="http://schemas.microsoft.com/office/drawing/2014/main" id="{FBBA5C0B-1651-F57E-30D3-115AF2D331FC}"/>
                </a:ext>
              </a:extLst>
            </p:cNvPr>
            <p:cNvSpPr txBox="1"/>
            <p:nvPr/>
          </p:nvSpPr>
          <p:spPr>
            <a:xfrm>
              <a:off x="3913242" y="4141727"/>
              <a:ext cx="1042705"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2014</a:t>
              </a:r>
            </a:p>
            <a:p>
              <a:r>
                <a:rPr lang="en-US" sz="1000" dirty="0">
                  <a:latin typeface="+mn-lt"/>
                </a:rPr>
                <a:t>Acquired Moonraft</a:t>
              </a:r>
            </a:p>
          </p:txBody>
        </p:sp>
        <p:cxnSp>
          <p:nvCxnSpPr>
            <p:cNvPr id="127" name="Straight Connector 126">
              <a:extLst>
                <a:ext uri="{FF2B5EF4-FFF2-40B4-BE49-F238E27FC236}">
                  <a16:creationId xmlns:a16="http://schemas.microsoft.com/office/drawing/2014/main" id="{63CD41AB-0D92-BEE2-7596-7EA232CAF789}"/>
                </a:ext>
              </a:extLst>
            </p:cNvPr>
            <p:cNvCxnSpPr>
              <a:cxnSpLocks/>
            </p:cNvCxnSpPr>
            <p:nvPr/>
          </p:nvCxnSpPr>
          <p:spPr>
            <a:xfrm flipV="1">
              <a:off x="3978390" y="3774999"/>
              <a:ext cx="0" cy="31663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28" name="Rectangle 127">
              <a:extLst>
                <a:ext uri="{FF2B5EF4-FFF2-40B4-BE49-F238E27FC236}">
                  <a16:creationId xmlns:a16="http://schemas.microsoft.com/office/drawing/2014/main" id="{00E394BB-EC58-61CD-F14E-D8B3F4372F74}"/>
                </a:ext>
              </a:extLst>
            </p:cNvPr>
            <p:cNvSpPr/>
            <p:nvPr/>
          </p:nvSpPr>
          <p:spPr>
            <a:xfrm>
              <a:off x="3913242" y="368246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29" name="TextBox 128">
              <a:extLst>
                <a:ext uri="{FF2B5EF4-FFF2-40B4-BE49-F238E27FC236}">
                  <a16:creationId xmlns:a16="http://schemas.microsoft.com/office/drawing/2014/main" id="{784244BA-20BA-BF54-FA39-1F9476D28A79}"/>
                </a:ext>
              </a:extLst>
            </p:cNvPr>
            <p:cNvSpPr txBox="1"/>
            <p:nvPr/>
          </p:nvSpPr>
          <p:spPr>
            <a:xfrm>
              <a:off x="9355047" y="3612689"/>
              <a:ext cx="2069808"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2023</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31F20"/>
                  </a:solidFill>
                  <a:effectLst/>
                  <a:uLnTx/>
                  <a:uFillTx/>
                  <a:latin typeface="+mn-lt"/>
                  <a:ea typeface="+mn-ea"/>
                  <a:cs typeface="+mn-cs"/>
                </a:rPr>
                <a:t>Acquired </a:t>
              </a:r>
              <a:r>
                <a:rPr lang="en-US" sz="1000" b="0" dirty="0">
                  <a:solidFill>
                    <a:srgbClr val="231F20"/>
                  </a:solidFill>
                  <a:latin typeface="+mn-lt"/>
                </a:rPr>
                <a:t>Prodigy Labs, Advantasure and MobileComm</a:t>
              </a:r>
            </a:p>
          </p:txBody>
        </p:sp>
        <p:cxnSp>
          <p:nvCxnSpPr>
            <p:cNvPr id="130" name="Straight Connector 129">
              <a:extLst>
                <a:ext uri="{FF2B5EF4-FFF2-40B4-BE49-F238E27FC236}">
                  <a16:creationId xmlns:a16="http://schemas.microsoft.com/office/drawing/2014/main" id="{D84B7656-8EE1-23E8-4193-D490100A1842}"/>
                </a:ext>
              </a:extLst>
            </p:cNvPr>
            <p:cNvCxnSpPr>
              <a:cxnSpLocks/>
            </p:cNvCxnSpPr>
            <p:nvPr/>
          </p:nvCxnSpPr>
          <p:spPr>
            <a:xfrm flipV="1">
              <a:off x="9392524" y="1813490"/>
              <a:ext cx="0" cy="175165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1" name="Rectangle 130">
              <a:extLst>
                <a:ext uri="{FF2B5EF4-FFF2-40B4-BE49-F238E27FC236}">
                  <a16:creationId xmlns:a16="http://schemas.microsoft.com/office/drawing/2014/main" id="{76C82497-FA69-5489-143B-C565BC8C1A7F}"/>
                </a:ext>
              </a:extLst>
            </p:cNvPr>
            <p:cNvSpPr/>
            <p:nvPr/>
          </p:nvSpPr>
          <p:spPr>
            <a:xfrm>
              <a:off x="9327376" y="172095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32" name="TextBox 131">
              <a:extLst>
                <a:ext uri="{FF2B5EF4-FFF2-40B4-BE49-F238E27FC236}">
                  <a16:creationId xmlns:a16="http://schemas.microsoft.com/office/drawing/2014/main" id="{07E77510-2E98-585E-0A4C-A79860DF2893}"/>
                </a:ext>
              </a:extLst>
            </p:cNvPr>
            <p:cNvSpPr txBox="1"/>
            <p:nvPr/>
          </p:nvSpPr>
          <p:spPr>
            <a:xfrm>
              <a:off x="311003" y="5343842"/>
              <a:ext cx="1454994" cy="673617"/>
            </a:xfrm>
            <a:prstGeom prst="rect">
              <a:avLst/>
            </a:prstGeom>
            <a:noFill/>
          </p:spPr>
          <p:txBody>
            <a:bodyPr wrap="square" lIns="0" tIns="0" rIns="0" bIns="0" rtlCol="0">
              <a:spAutoFit/>
            </a:bodyPr>
            <a:lstStyle/>
            <a:p>
              <a:pPr marL="0" marR="0" lvl="0" indent="0" defTabSz="914400" rtl="0" eaLnBrk="1" fontAlgn="auto" latinLnBrk="0" hangingPunct="1">
                <a:lnSpc>
                  <a:spcPct val="100000"/>
                </a:lnSpc>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1999</a:t>
              </a:r>
            </a:p>
            <a:p>
              <a:pPr>
                <a:spcBef>
                  <a:spcPts val="0"/>
                </a:spcBef>
                <a:spcAft>
                  <a:spcPts val="0"/>
                </a:spcAft>
              </a:pPr>
              <a:r>
                <a:rPr lang="en-US" sz="1000" b="0" dirty="0">
                  <a:solidFill>
                    <a:srgbClr val="231F20"/>
                  </a:solidFill>
                  <a:latin typeface="+mn-lt"/>
                </a:rPr>
                <a:t>Founded in Aliso Viejo, CA and Trivandrum, India</a:t>
              </a:r>
            </a:p>
            <a:p>
              <a:pPr>
                <a:spcBef>
                  <a:spcPts val="300"/>
                </a:spcBef>
                <a:spcAft>
                  <a:spcPts val="0"/>
                </a:spcAft>
              </a:pPr>
              <a:r>
                <a:rPr lang="en-US" sz="1000" b="0" dirty="0">
                  <a:solidFill>
                    <a:srgbClr val="231F20"/>
                  </a:solidFill>
                  <a:latin typeface="+mn-lt"/>
                </a:rPr>
                <a:t>Majority-owned by family </a:t>
              </a:r>
            </a:p>
          </p:txBody>
        </p:sp>
        <p:cxnSp>
          <p:nvCxnSpPr>
            <p:cNvPr id="133" name="Straight Connector 132">
              <a:extLst>
                <a:ext uri="{FF2B5EF4-FFF2-40B4-BE49-F238E27FC236}">
                  <a16:creationId xmlns:a16="http://schemas.microsoft.com/office/drawing/2014/main" id="{70D69EBC-8D18-3E54-729D-F9CF5C7B2AAD}"/>
                </a:ext>
              </a:extLst>
            </p:cNvPr>
            <p:cNvCxnSpPr>
              <a:cxnSpLocks/>
            </p:cNvCxnSpPr>
            <p:nvPr/>
          </p:nvCxnSpPr>
          <p:spPr>
            <a:xfrm flipV="1">
              <a:off x="612773" y="4364780"/>
              <a:ext cx="0" cy="427325"/>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sp>
          <p:nvSpPr>
            <p:cNvPr id="134" name="TextBox 133">
              <a:extLst>
                <a:ext uri="{FF2B5EF4-FFF2-40B4-BE49-F238E27FC236}">
                  <a16:creationId xmlns:a16="http://schemas.microsoft.com/office/drawing/2014/main" id="{1E757634-BD62-54CB-165F-3D5CB4E11B2A}"/>
                </a:ext>
              </a:extLst>
            </p:cNvPr>
            <p:cNvSpPr txBox="1"/>
            <p:nvPr/>
          </p:nvSpPr>
          <p:spPr>
            <a:xfrm>
              <a:off x="5791041" y="4337050"/>
              <a:ext cx="823265" cy="49382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2017</a:t>
              </a:r>
            </a:p>
            <a:p>
              <a:pPr>
                <a:spcAft>
                  <a:spcPts val="200"/>
                </a:spcAft>
                <a:defRPr/>
              </a:pPr>
              <a:r>
                <a:rPr lang="en-US" sz="1000" dirty="0">
                  <a:latin typeface="+mn-lt"/>
                </a:rPr>
                <a:t>Acquired </a:t>
              </a:r>
            </a:p>
            <a:p>
              <a:pPr>
                <a:spcAft>
                  <a:spcPts val="200"/>
                </a:spcAft>
                <a:defRPr/>
              </a:pPr>
              <a:r>
                <a:rPr lang="en-US" sz="1000" dirty="0">
                  <a:latin typeface="+mn-lt"/>
                </a:rPr>
                <a:t>Round Feather </a:t>
              </a:r>
            </a:p>
          </p:txBody>
        </p:sp>
        <p:cxnSp>
          <p:nvCxnSpPr>
            <p:cNvPr id="135" name="Straight Connector 134">
              <a:extLst>
                <a:ext uri="{FF2B5EF4-FFF2-40B4-BE49-F238E27FC236}">
                  <a16:creationId xmlns:a16="http://schemas.microsoft.com/office/drawing/2014/main" id="{4321918B-60F0-3202-4914-E489DA16A9E1}"/>
                </a:ext>
              </a:extLst>
            </p:cNvPr>
            <p:cNvCxnSpPr>
              <a:cxnSpLocks/>
            </p:cNvCxnSpPr>
            <p:nvPr/>
          </p:nvCxnSpPr>
          <p:spPr>
            <a:xfrm flipV="1">
              <a:off x="8318059" y="2372703"/>
              <a:ext cx="0" cy="2302027"/>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6" name="TextBox 135">
              <a:extLst>
                <a:ext uri="{FF2B5EF4-FFF2-40B4-BE49-F238E27FC236}">
                  <a16:creationId xmlns:a16="http://schemas.microsoft.com/office/drawing/2014/main" id="{97D6D5A7-5E93-2FE5-CCCE-5F503B7910B2}"/>
                </a:ext>
              </a:extLst>
            </p:cNvPr>
            <p:cNvSpPr txBox="1"/>
            <p:nvPr/>
          </p:nvSpPr>
          <p:spPr>
            <a:xfrm>
              <a:off x="8252912" y="4718698"/>
              <a:ext cx="898710" cy="32602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2020</a:t>
              </a:r>
            </a:p>
            <a:p>
              <a:pPr marL="0" algn="l" defTabSz="914400" rtl="0" eaLnBrk="1" latinLnBrk="0" hangingPunct="1"/>
              <a:r>
                <a:rPr lang="en-US" sz="1000" b="0" kern="1200" dirty="0">
                  <a:solidFill>
                    <a:srgbClr val="231F20"/>
                  </a:solidFill>
                  <a:latin typeface="+mn-lt"/>
                  <a:ea typeface="+mn-ea"/>
                  <a:cs typeface="+mn-cs"/>
                </a:rPr>
                <a:t>Revenue of $1B</a:t>
              </a:r>
            </a:p>
          </p:txBody>
        </p:sp>
        <p:sp>
          <p:nvSpPr>
            <p:cNvPr id="137" name="Rectangle 136">
              <a:extLst>
                <a:ext uri="{FF2B5EF4-FFF2-40B4-BE49-F238E27FC236}">
                  <a16:creationId xmlns:a16="http://schemas.microsoft.com/office/drawing/2014/main" id="{79DC88AF-F9CF-D1DF-50C8-702534A074D2}"/>
                </a:ext>
              </a:extLst>
            </p:cNvPr>
            <p:cNvSpPr/>
            <p:nvPr/>
          </p:nvSpPr>
          <p:spPr>
            <a:xfrm>
              <a:off x="547626" y="4794910"/>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38" name="Straight Connector 137">
              <a:extLst>
                <a:ext uri="{FF2B5EF4-FFF2-40B4-BE49-F238E27FC236}">
                  <a16:creationId xmlns:a16="http://schemas.microsoft.com/office/drawing/2014/main" id="{8CC67C57-6D83-342A-694A-EA84C4E4AEFE}"/>
                </a:ext>
              </a:extLst>
            </p:cNvPr>
            <p:cNvCxnSpPr>
              <a:cxnSpLocks/>
            </p:cNvCxnSpPr>
            <p:nvPr/>
          </p:nvCxnSpPr>
          <p:spPr>
            <a:xfrm flipV="1">
              <a:off x="3192402" y="4268929"/>
              <a:ext cx="0" cy="59825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39" name="Rectangle 138">
              <a:extLst>
                <a:ext uri="{FF2B5EF4-FFF2-40B4-BE49-F238E27FC236}">
                  <a16:creationId xmlns:a16="http://schemas.microsoft.com/office/drawing/2014/main" id="{117EE3AD-74AD-BA04-3C25-E8AC1D463C57}"/>
                </a:ext>
              </a:extLst>
            </p:cNvPr>
            <p:cNvSpPr/>
            <p:nvPr/>
          </p:nvSpPr>
          <p:spPr>
            <a:xfrm>
              <a:off x="3136080" y="4137767"/>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0" name="Straight Connector 139">
              <a:extLst>
                <a:ext uri="{FF2B5EF4-FFF2-40B4-BE49-F238E27FC236}">
                  <a16:creationId xmlns:a16="http://schemas.microsoft.com/office/drawing/2014/main" id="{1C55BBE0-E25F-B826-426C-36B38A0A1B8B}"/>
                </a:ext>
              </a:extLst>
            </p:cNvPr>
            <p:cNvCxnSpPr>
              <a:cxnSpLocks/>
            </p:cNvCxnSpPr>
            <p:nvPr/>
          </p:nvCxnSpPr>
          <p:spPr>
            <a:xfrm flipH="1" flipV="1">
              <a:off x="3607017" y="3356422"/>
              <a:ext cx="1567" cy="541702"/>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1" name="Rectangle 140">
              <a:extLst>
                <a:ext uri="{FF2B5EF4-FFF2-40B4-BE49-F238E27FC236}">
                  <a16:creationId xmlns:a16="http://schemas.microsoft.com/office/drawing/2014/main" id="{1631C97C-DCA0-B51A-CE4D-7A4A2F1F3746}"/>
                </a:ext>
              </a:extLst>
            </p:cNvPr>
            <p:cNvSpPr/>
            <p:nvPr/>
          </p:nvSpPr>
          <p:spPr>
            <a:xfrm>
              <a:off x="3543437" y="3893155"/>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r>
                <a:rPr lang="en-US" sz="2000" dirty="0">
                  <a:latin typeface="+mn-lt"/>
                </a:rPr>
                <a:t> </a:t>
              </a:r>
              <a:endParaRPr lang="en-UA" sz="2000" dirty="0">
                <a:latin typeface="+mn-lt"/>
              </a:endParaRPr>
            </a:p>
          </p:txBody>
        </p:sp>
        <p:cxnSp>
          <p:nvCxnSpPr>
            <p:cNvPr id="142" name="Straight Connector 141">
              <a:extLst>
                <a:ext uri="{FF2B5EF4-FFF2-40B4-BE49-F238E27FC236}">
                  <a16:creationId xmlns:a16="http://schemas.microsoft.com/office/drawing/2014/main" id="{E2EEEECB-BF02-0583-1D35-353D2C970477}"/>
                </a:ext>
              </a:extLst>
            </p:cNvPr>
            <p:cNvCxnSpPr>
              <a:cxnSpLocks/>
            </p:cNvCxnSpPr>
            <p:nvPr/>
          </p:nvCxnSpPr>
          <p:spPr>
            <a:xfrm flipV="1">
              <a:off x="5588924" y="3301316"/>
              <a:ext cx="0" cy="2146984"/>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3" name="Rectangle 142">
              <a:extLst>
                <a:ext uri="{FF2B5EF4-FFF2-40B4-BE49-F238E27FC236}">
                  <a16:creationId xmlns:a16="http://schemas.microsoft.com/office/drawing/2014/main" id="{398C9C30-9179-2DAC-69A7-26367419893C}"/>
                </a:ext>
              </a:extLst>
            </p:cNvPr>
            <p:cNvSpPr/>
            <p:nvPr/>
          </p:nvSpPr>
          <p:spPr>
            <a:xfrm>
              <a:off x="5523777" y="3165657"/>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4" name="Straight Connector 143">
              <a:extLst>
                <a:ext uri="{FF2B5EF4-FFF2-40B4-BE49-F238E27FC236}">
                  <a16:creationId xmlns:a16="http://schemas.microsoft.com/office/drawing/2014/main" id="{3BB04775-EB85-ACC0-0BC0-D16CF109C19C}"/>
                </a:ext>
              </a:extLst>
            </p:cNvPr>
            <p:cNvCxnSpPr>
              <a:cxnSpLocks/>
            </p:cNvCxnSpPr>
            <p:nvPr/>
          </p:nvCxnSpPr>
          <p:spPr>
            <a:xfrm flipV="1">
              <a:off x="5852338" y="3038721"/>
              <a:ext cx="3851" cy="125727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5" name="Rectangle 144">
              <a:extLst>
                <a:ext uri="{FF2B5EF4-FFF2-40B4-BE49-F238E27FC236}">
                  <a16:creationId xmlns:a16="http://schemas.microsoft.com/office/drawing/2014/main" id="{3801EDE8-5D34-91A0-1546-F20098EF162D}"/>
                </a:ext>
              </a:extLst>
            </p:cNvPr>
            <p:cNvSpPr/>
            <p:nvPr/>
          </p:nvSpPr>
          <p:spPr>
            <a:xfrm>
              <a:off x="5791041" y="2903061"/>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6" name="Straight Connector 145">
              <a:extLst>
                <a:ext uri="{FF2B5EF4-FFF2-40B4-BE49-F238E27FC236}">
                  <a16:creationId xmlns:a16="http://schemas.microsoft.com/office/drawing/2014/main" id="{BADB63CC-4CB4-621D-370B-5F1490CEB103}"/>
                </a:ext>
              </a:extLst>
            </p:cNvPr>
            <p:cNvCxnSpPr>
              <a:cxnSpLocks/>
            </p:cNvCxnSpPr>
            <p:nvPr/>
          </p:nvCxnSpPr>
          <p:spPr>
            <a:xfrm flipV="1">
              <a:off x="6961081" y="1527412"/>
              <a:ext cx="0" cy="1054085"/>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47" name="Rectangle 146">
              <a:extLst>
                <a:ext uri="{FF2B5EF4-FFF2-40B4-BE49-F238E27FC236}">
                  <a16:creationId xmlns:a16="http://schemas.microsoft.com/office/drawing/2014/main" id="{B100082E-16AA-A781-FE13-E3BBFF51AE50}"/>
                </a:ext>
              </a:extLst>
            </p:cNvPr>
            <p:cNvSpPr/>
            <p:nvPr/>
          </p:nvSpPr>
          <p:spPr>
            <a:xfrm>
              <a:off x="6895934" y="2554029"/>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48" name="Rectangle 147">
              <a:extLst>
                <a:ext uri="{FF2B5EF4-FFF2-40B4-BE49-F238E27FC236}">
                  <a16:creationId xmlns:a16="http://schemas.microsoft.com/office/drawing/2014/main" id="{E3087D35-5064-D3F7-24C9-BDAAEDD292A4}"/>
                </a:ext>
              </a:extLst>
            </p:cNvPr>
            <p:cNvSpPr/>
            <p:nvPr/>
          </p:nvSpPr>
          <p:spPr>
            <a:xfrm>
              <a:off x="7545392" y="2418369"/>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49" name="Straight Connector 148">
              <a:extLst>
                <a:ext uri="{FF2B5EF4-FFF2-40B4-BE49-F238E27FC236}">
                  <a16:creationId xmlns:a16="http://schemas.microsoft.com/office/drawing/2014/main" id="{FF203B5C-505C-C257-0EF6-B58D0FA6453C}"/>
                </a:ext>
              </a:extLst>
            </p:cNvPr>
            <p:cNvCxnSpPr>
              <a:cxnSpLocks/>
            </p:cNvCxnSpPr>
            <p:nvPr/>
          </p:nvCxnSpPr>
          <p:spPr>
            <a:xfrm flipV="1">
              <a:off x="7957488" y="2473537"/>
              <a:ext cx="0" cy="266011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0" name="Rectangle 149">
              <a:extLst>
                <a:ext uri="{FF2B5EF4-FFF2-40B4-BE49-F238E27FC236}">
                  <a16:creationId xmlns:a16="http://schemas.microsoft.com/office/drawing/2014/main" id="{2CE2410C-F111-137B-A2BE-84C47D0DE1B8}"/>
                </a:ext>
              </a:extLst>
            </p:cNvPr>
            <p:cNvSpPr/>
            <p:nvPr/>
          </p:nvSpPr>
          <p:spPr>
            <a:xfrm>
              <a:off x="7901885" y="2337877"/>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1" name="Rectangle 150">
              <a:extLst>
                <a:ext uri="{FF2B5EF4-FFF2-40B4-BE49-F238E27FC236}">
                  <a16:creationId xmlns:a16="http://schemas.microsoft.com/office/drawing/2014/main" id="{D163ADF8-1B14-7A70-64C0-0F0207075398}"/>
                </a:ext>
              </a:extLst>
            </p:cNvPr>
            <p:cNvSpPr/>
            <p:nvPr/>
          </p:nvSpPr>
          <p:spPr>
            <a:xfrm>
              <a:off x="8252912" y="2232233"/>
              <a:ext cx="130295" cy="135660"/>
            </a:xfrm>
            <a:prstGeom prst="rect">
              <a:avLst/>
            </a:prstGeom>
            <a:solidFill>
              <a:srgbClr val="01B27C"/>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2" name="Straight Connector 151">
              <a:extLst>
                <a:ext uri="{FF2B5EF4-FFF2-40B4-BE49-F238E27FC236}">
                  <a16:creationId xmlns:a16="http://schemas.microsoft.com/office/drawing/2014/main" id="{71E1CA6E-2EC9-A308-4F7F-574B7D4E024A}"/>
                </a:ext>
              </a:extLst>
            </p:cNvPr>
            <p:cNvCxnSpPr>
              <a:cxnSpLocks/>
            </p:cNvCxnSpPr>
            <p:nvPr/>
          </p:nvCxnSpPr>
          <p:spPr>
            <a:xfrm flipV="1">
              <a:off x="8628269" y="1599829"/>
              <a:ext cx="0" cy="49832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3" name="Rectangle 152">
              <a:extLst>
                <a:ext uri="{FF2B5EF4-FFF2-40B4-BE49-F238E27FC236}">
                  <a16:creationId xmlns:a16="http://schemas.microsoft.com/office/drawing/2014/main" id="{937EE457-49BD-5E79-1B36-86E8B0F63CE3}"/>
                </a:ext>
              </a:extLst>
            </p:cNvPr>
            <p:cNvSpPr/>
            <p:nvPr/>
          </p:nvSpPr>
          <p:spPr>
            <a:xfrm>
              <a:off x="8563122" y="2098158"/>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4" name="Straight Connector 153">
              <a:extLst>
                <a:ext uri="{FF2B5EF4-FFF2-40B4-BE49-F238E27FC236}">
                  <a16:creationId xmlns:a16="http://schemas.microsoft.com/office/drawing/2014/main" id="{4A50ECAD-D866-6219-B662-03DF4D5201D9}"/>
                </a:ext>
              </a:extLst>
            </p:cNvPr>
            <p:cNvCxnSpPr>
              <a:cxnSpLocks/>
            </p:cNvCxnSpPr>
            <p:nvPr/>
          </p:nvCxnSpPr>
          <p:spPr>
            <a:xfrm>
              <a:off x="8962123" y="2107314"/>
              <a:ext cx="0" cy="2240430"/>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5" name="Rectangle 154">
              <a:extLst>
                <a:ext uri="{FF2B5EF4-FFF2-40B4-BE49-F238E27FC236}">
                  <a16:creationId xmlns:a16="http://schemas.microsoft.com/office/drawing/2014/main" id="{3F3C7F4B-1C35-A9E1-6777-BAF5EA97B03B}"/>
                </a:ext>
              </a:extLst>
            </p:cNvPr>
            <p:cNvSpPr/>
            <p:nvPr/>
          </p:nvSpPr>
          <p:spPr>
            <a:xfrm>
              <a:off x="8896975" y="1971654"/>
              <a:ext cx="130295" cy="135660"/>
            </a:xfrm>
            <a:prstGeom prst="rect">
              <a:avLst/>
            </a:prstGeom>
            <a:solidFill>
              <a:schemeClr val="accent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56" name="TextBox 155">
              <a:extLst>
                <a:ext uri="{FF2B5EF4-FFF2-40B4-BE49-F238E27FC236}">
                  <a16:creationId xmlns:a16="http://schemas.microsoft.com/office/drawing/2014/main" id="{F8379B43-2831-2D20-8B82-D6441D50E69C}"/>
                </a:ext>
              </a:extLst>
            </p:cNvPr>
            <p:cNvSpPr txBox="1"/>
            <p:nvPr/>
          </p:nvSpPr>
          <p:spPr>
            <a:xfrm>
              <a:off x="9873206" y="2853795"/>
              <a:ext cx="1908886" cy="712887"/>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2024</a:t>
              </a:r>
            </a:p>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000" i="0" u="none" strike="noStrike" kern="1200" cap="none" spc="0" normalizeH="0" baseline="0" noProof="0" dirty="0">
                  <a:ln>
                    <a:noFill/>
                  </a:ln>
                  <a:solidFill>
                    <a:srgbClr val="231F20"/>
                  </a:solidFill>
                  <a:effectLst/>
                  <a:uLnTx/>
                  <a:uFillTx/>
                  <a:latin typeface="+mn-lt"/>
                  <a:ea typeface="+mn-ea"/>
                  <a:cs typeface="+mn-cs"/>
                </a:rPr>
                <a:t>Acquired </a:t>
              </a:r>
              <a:r>
                <a:rPr lang="en-US" sz="1000" dirty="0">
                  <a:solidFill>
                    <a:srgbClr val="231F20"/>
                  </a:solidFill>
                  <a:latin typeface="+mn-lt"/>
                </a:rPr>
                <a:t>Leonardo, Strativity Group, Endeavor, Consulting Group and Interpres Security</a:t>
              </a:r>
            </a:p>
          </p:txBody>
        </p:sp>
        <p:cxnSp>
          <p:nvCxnSpPr>
            <p:cNvPr id="157" name="Straight Connector 156">
              <a:extLst>
                <a:ext uri="{FF2B5EF4-FFF2-40B4-BE49-F238E27FC236}">
                  <a16:creationId xmlns:a16="http://schemas.microsoft.com/office/drawing/2014/main" id="{628F4793-DE83-B79B-BA09-F9A12FD28DF1}"/>
                </a:ext>
              </a:extLst>
            </p:cNvPr>
            <p:cNvCxnSpPr>
              <a:cxnSpLocks/>
            </p:cNvCxnSpPr>
            <p:nvPr/>
          </p:nvCxnSpPr>
          <p:spPr>
            <a:xfrm flipV="1">
              <a:off x="9933844" y="1475780"/>
              <a:ext cx="0" cy="1343609"/>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58" name="Rectangle 157">
              <a:extLst>
                <a:ext uri="{FF2B5EF4-FFF2-40B4-BE49-F238E27FC236}">
                  <a16:creationId xmlns:a16="http://schemas.microsoft.com/office/drawing/2014/main" id="{4DA65805-09D0-DA3C-E299-C929B8E15EB3}"/>
                </a:ext>
              </a:extLst>
            </p:cNvPr>
            <p:cNvSpPr/>
            <p:nvPr/>
          </p:nvSpPr>
          <p:spPr>
            <a:xfrm>
              <a:off x="9868697" y="1383248"/>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cxnSp>
          <p:nvCxnSpPr>
            <p:cNvPr id="159" name="Straight Connector 158">
              <a:extLst>
                <a:ext uri="{FF2B5EF4-FFF2-40B4-BE49-F238E27FC236}">
                  <a16:creationId xmlns:a16="http://schemas.microsoft.com/office/drawing/2014/main" id="{0B5DEACB-FFF4-0F0B-67E9-F52FAFC54DF9}"/>
                </a:ext>
              </a:extLst>
            </p:cNvPr>
            <p:cNvCxnSpPr>
              <a:cxnSpLocks/>
            </p:cNvCxnSpPr>
            <p:nvPr/>
          </p:nvCxnSpPr>
          <p:spPr>
            <a:xfrm flipV="1">
              <a:off x="10319618" y="1232240"/>
              <a:ext cx="0" cy="488718"/>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0" name="Rectangle 159">
              <a:extLst>
                <a:ext uri="{FF2B5EF4-FFF2-40B4-BE49-F238E27FC236}">
                  <a16:creationId xmlns:a16="http://schemas.microsoft.com/office/drawing/2014/main" id="{EA004CC4-E298-5D39-D7EC-9ED37CB9C75B}"/>
                </a:ext>
              </a:extLst>
            </p:cNvPr>
            <p:cNvSpPr/>
            <p:nvPr/>
          </p:nvSpPr>
          <p:spPr>
            <a:xfrm>
              <a:off x="10254471" y="1096580"/>
              <a:ext cx="130295" cy="135660"/>
            </a:xfrm>
            <a:prstGeom prst="rect">
              <a:avLst/>
            </a:prstGeom>
            <a:solidFill>
              <a:schemeClr val="accent6"/>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sp>
          <p:nvSpPr>
            <p:cNvPr id="161" name="TextBox 160">
              <a:extLst>
                <a:ext uri="{FF2B5EF4-FFF2-40B4-BE49-F238E27FC236}">
                  <a16:creationId xmlns:a16="http://schemas.microsoft.com/office/drawing/2014/main" id="{DB278775-FBD3-53FD-B41C-02055806733A}"/>
                </a:ext>
              </a:extLst>
            </p:cNvPr>
            <p:cNvSpPr txBox="1"/>
            <p:nvPr/>
          </p:nvSpPr>
          <p:spPr>
            <a:xfrm>
              <a:off x="10277563" y="1744611"/>
              <a:ext cx="1640366" cy="907813"/>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2025</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Majority stake in Italdesign</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Acquired Modus </a:t>
              </a:r>
            </a:p>
            <a:p>
              <a:pPr marL="118872" indent="-118872">
                <a:lnSpc>
                  <a:spcPct val="110000"/>
                </a:lnSpc>
                <a:spcBef>
                  <a:spcPts val="0"/>
                </a:spcBef>
                <a:spcAft>
                  <a:spcPts val="100"/>
                </a:spcAft>
                <a:buFont typeface="Arial" panose="020B0604020202020204" pitchFamily="34" charset="0"/>
                <a:buChar char="•"/>
              </a:pPr>
              <a:r>
                <a:rPr lang="en-US" sz="1000" b="1" dirty="0">
                  <a:solidFill>
                    <a:srgbClr val="231F20"/>
                  </a:solidFill>
                  <a:latin typeface="+mn-lt"/>
                </a:rPr>
                <a:t>Semicon manufacturing </a:t>
              </a:r>
              <a:br>
                <a:rPr lang="en-US" sz="1000" b="1" dirty="0">
                  <a:solidFill>
                    <a:srgbClr val="231F20"/>
                  </a:solidFill>
                  <a:latin typeface="+mn-lt"/>
                </a:rPr>
              </a:br>
              <a:r>
                <a:rPr lang="en-US" sz="1000" b="1" dirty="0">
                  <a:solidFill>
                    <a:srgbClr val="231F20"/>
                  </a:solidFill>
                  <a:latin typeface="+mn-lt"/>
                </a:rPr>
                <a:t>JV with Kaynes Semicon</a:t>
              </a:r>
            </a:p>
          </p:txBody>
        </p:sp>
        <p:grpSp>
          <p:nvGrpSpPr>
            <p:cNvPr id="162" name="Group 161">
              <a:extLst>
                <a:ext uri="{FF2B5EF4-FFF2-40B4-BE49-F238E27FC236}">
                  <a16:creationId xmlns:a16="http://schemas.microsoft.com/office/drawing/2014/main" id="{8A69292E-6D67-5831-A4E4-A1BCCDE2540C}"/>
                </a:ext>
              </a:extLst>
            </p:cNvPr>
            <p:cNvGrpSpPr/>
            <p:nvPr/>
          </p:nvGrpSpPr>
          <p:grpSpPr>
            <a:xfrm>
              <a:off x="10027616" y="4864524"/>
              <a:ext cx="1801302" cy="1141537"/>
              <a:chOff x="10086044" y="4843757"/>
              <a:chExt cx="1801302" cy="1141537"/>
            </a:xfrm>
          </p:grpSpPr>
          <p:sp>
            <p:nvSpPr>
              <p:cNvPr id="166" name="Rectangle 165">
                <a:extLst>
                  <a:ext uri="{FF2B5EF4-FFF2-40B4-BE49-F238E27FC236}">
                    <a16:creationId xmlns:a16="http://schemas.microsoft.com/office/drawing/2014/main" id="{007896A5-91C5-14C9-44A1-C29F1D67D00C}"/>
                  </a:ext>
                </a:extLst>
              </p:cNvPr>
              <p:cNvSpPr/>
              <p:nvPr userDrawn="1"/>
            </p:nvSpPr>
            <p:spPr>
              <a:xfrm>
                <a:off x="10086044" y="4843757"/>
                <a:ext cx="1801302" cy="1141537"/>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800">
                  <a:latin typeface="+mn-lt"/>
                </a:endParaRPr>
              </a:p>
            </p:txBody>
          </p:sp>
          <p:grpSp>
            <p:nvGrpSpPr>
              <p:cNvPr id="167" name="Group 166">
                <a:extLst>
                  <a:ext uri="{FF2B5EF4-FFF2-40B4-BE49-F238E27FC236}">
                    <a16:creationId xmlns:a16="http://schemas.microsoft.com/office/drawing/2014/main" id="{D43F4E28-CE7B-07E1-01A9-B491FEE77644}"/>
                  </a:ext>
                </a:extLst>
              </p:cNvPr>
              <p:cNvGrpSpPr/>
              <p:nvPr userDrawn="1"/>
            </p:nvGrpSpPr>
            <p:grpSpPr>
              <a:xfrm>
                <a:off x="10299557" y="5015198"/>
                <a:ext cx="1376943" cy="190821"/>
                <a:chOff x="10377348" y="4992493"/>
                <a:chExt cx="1376943" cy="190821"/>
              </a:xfrm>
            </p:grpSpPr>
            <p:sp>
              <p:nvSpPr>
                <p:cNvPr id="182" name="TextBox 181">
                  <a:extLst>
                    <a:ext uri="{FF2B5EF4-FFF2-40B4-BE49-F238E27FC236}">
                      <a16:creationId xmlns:a16="http://schemas.microsoft.com/office/drawing/2014/main" id="{E98217DA-F762-DE3B-BE72-2F4ED624C4E9}"/>
                    </a:ext>
                  </a:extLst>
                </p:cNvPr>
                <p:cNvSpPr txBox="1"/>
                <p:nvPr/>
              </p:nvSpPr>
              <p:spPr>
                <a:xfrm>
                  <a:off x="10540817" y="4992493"/>
                  <a:ext cx="121347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Corporate milestones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83" name="Rectangle 182">
                  <a:extLst>
                    <a:ext uri="{FF2B5EF4-FFF2-40B4-BE49-F238E27FC236}">
                      <a16:creationId xmlns:a16="http://schemas.microsoft.com/office/drawing/2014/main" id="{91A9A499-8DF3-C2FA-63F4-013208BF397B}"/>
                    </a:ext>
                  </a:extLst>
                </p:cNvPr>
                <p:cNvSpPr/>
                <p:nvPr/>
              </p:nvSpPr>
              <p:spPr>
                <a:xfrm>
                  <a:off x="10377348" y="5037611"/>
                  <a:ext cx="100584" cy="100584"/>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8" name="Group 167">
                <a:extLst>
                  <a:ext uri="{FF2B5EF4-FFF2-40B4-BE49-F238E27FC236}">
                    <a16:creationId xmlns:a16="http://schemas.microsoft.com/office/drawing/2014/main" id="{66AD25DE-1F12-51D2-ECA9-D1C823ACDDC4}"/>
                  </a:ext>
                </a:extLst>
              </p:cNvPr>
              <p:cNvGrpSpPr/>
              <p:nvPr userDrawn="1"/>
            </p:nvGrpSpPr>
            <p:grpSpPr>
              <a:xfrm>
                <a:off x="10299557" y="5223595"/>
                <a:ext cx="655591" cy="190821"/>
                <a:chOff x="10377348" y="5265668"/>
                <a:chExt cx="655591" cy="190821"/>
              </a:xfrm>
            </p:grpSpPr>
            <p:sp>
              <p:nvSpPr>
                <p:cNvPr id="180" name="TextBox 179">
                  <a:extLst>
                    <a:ext uri="{FF2B5EF4-FFF2-40B4-BE49-F238E27FC236}">
                      <a16:creationId xmlns:a16="http://schemas.microsoft.com/office/drawing/2014/main" id="{9CD89897-A86F-AD04-0D5A-2B32DFDF40DB}"/>
                    </a:ext>
                  </a:extLst>
                </p:cNvPr>
                <p:cNvSpPr txBox="1"/>
                <p:nvPr/>
              </p:nvSpPr>
              <p:spPr>
                <a:xfrm>
                  <a:off x="10540817" y="5265668"/>
                  <a:ext cx="492122"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Offerings</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81" name="Rectangle 180">
                  <a:extLst>
                    <a:ext uri="{FF2B5EF4-FFF2-40B4-BE49-F238E27FC236}">
                      <a16:creationId xmlns:a16="http://schemas.microsoft.com/office/drawing/2014/main" id="{C0486D69-53C5-D3C9-9BFE-F7197EEF54EE}"/>
                    </a:ext>
                  </a:extLst>
                </p:cNvPr>
                <p:cNvSpPr/>
                <p:nvPr/>
              </p:nvSpPr>
              <p:spPr>
                <a:xfrm>
                  <a:off x="10377348" y="5310786"/>
                  <a:ext cx="100584" cy="100584"/>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69" name="Group 168">
                <a:extLst>
                  <a:ext uri="{FF2B5EF4-FFF2-40B4-BE49-F238E27FC236}">
                    <a16:creationId xmlns:a16="http://schemas.microsoft.com/office/drawing/2014/main" id="{745D29E5-D644-83DD-DA54-529B17152EE9}"/>
                  </a:ext>
                </a:extLst>
              </p:cNvPr>
              <p:cNvGrpSpPr/>
              <p:nvPr userDrawn="1"/>
            </p:nvGrpSpPr>
            <p:grpSpPr>
              <a:xfrm>
                <a:off x="10299557" y="5431992"/>
                <a:ext cx="758184" cy="190821"/>
                <a:chOff x="10377348" y="5538843"/>
                <a:chExt cx="758184" cy="190821"/>
              </a:xfrm>
            </p:grpSpPr>
            <p:sp>
              <p:nvSpPr>
                <p:cNvPr id="178" name="TextBox 177">
                  <a:extLst>
                    <a:ext uri="{FF2B5EF4-FFF2-40B4-BE49-F238E27FC236}">
                      <a16:creationId xmlns:a16="http://schemas.microsoft.com/office/drawing/2014/main" id="{6CD2FBA4-B5E9-37DB-0085-3C57266E3B0F}"/>
                    </a:ext>
                  </a:extLst>
                </p:cNvPr>
                <p:cNvSpPr txBox="1"/>
                <p:nvPr/>
              </p:nvSpPr>
              <p:spPr>
                <a:xfrm>
                  <a:off x="10540817" y="5538843"/>
                  <a:ext cx="594715"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a:ln>
                        <a:noFill/>
                      </a:ln>
                      <a:solidFill>
                        <a:srgbClr val="E7E6E6">
                          <a:lumMod val="10000"/>
                        </a:srgbClr>
                      </a:solidFill>
                      <a:effectLst/>
                      <a:uLnTx/>
                      <a:uFillTx/>
                      <a:latin typeface="+mn-lt"/>
                      <a:ea typeface="+mn-ea"/>
                      <a:cs typeface="+mn-cs"/>
                    </a:rPr>
                    <a:t>Employees</a:t>
                  </a:r>
                  <a:endParaRPr kumimoji="0" lang="en-IN" sz="1000" b="0" i="0" u="none" strike="noStrike" kern="1200" cap="none" spc="0" normalizeH="0" baseline="0" noProof="0">
                    <a:ln>
                      <a:noFill/>
                    </a:ln>
                    <a:solidFill>
                      <a:srgbClr val="E7E6E6">
                        <a:lumMod val="10000"/>
                      </a:srgbClr>
                    </a:solidFill>
                    <a:effectLst/>
                    <a:uLnTx/>
                    <a:uFillTx/>
                    <a:latin typeface="+mn-lt"/>
                    <a:ea typeface="+mn-ea"/>
                    <a:cs typeface="+mn-cs"/>
                  </a:endParaRPr>
                </a:p>
              </p:txBody>
            </p:sp>
            <p:sp>
              <p:nvSpPr>
                <p:cNvPr id="179" name="Rectangle 178">
                  <a:extLst>
                    <a:ext uri="{FF2B5EF4-FFF2-40B4-BE49-F238E27FC236}">
                      <a16:creationId xmlns:a16="http://schemas.microsoft.com/office/drawing/2014/main" id="{0812FC8C-2842-76D5-1499-93504E0A5CCA}"/>
                    </a:ext>
                  </a:extLst>
                </p:cNvPr>
                <p:cNvSpPr/>
                <p:nvPr/>
              </p:nvSpPr>
              <p:spPr>
                <a:xfrm>
                  <a:off x="10377348" y="5583961"/>
                  <a:ext cx="100584" cy="100584"/>
                </a:xfrm>
                <a:prstGeom prst="rect">
                  <a:avLst/>
                </a:prstGeom>
                <a:solidFill>
                  <a:schemeClr val="accent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nvGrpSpPr>
              <p:cNvPr id="175" name="Group 174">
                <a:extLst>
                  <a:ext uri="{FF2B5EF4-FFF2-40B4-BE49-F238E27FC236}">
                    <a16:creationId xmlns:a16="http://schemas.microsoft.com/office/drawing/2014/main" id="{C49BEE36-DF29-CD4A-6B04-2865919F0FAF}"/>
                  </a:ext>
                </a:extLst>
              </p:cNvPr>
              <p:cNvGrpSpPr/>
              <p:nvPr userDrawn="1"/>
            </p:nvGrpSpPr>
            <p:grpSpPr>
              <a:xfrm>
                <a:off x="10299557" y="5640390"/>
                <a:ext cx="1035503" cy="190821"/>
                <a:chOff x="10377348" y="5819712"/>
                <a:chExt cx="1035503" cy="190821"/>
              </a:xfrm>
            </p:grpSpPr>
            <p:sp>
              <p:nvSpPr>
                <p:cNvPr id="176" name="TextBox 175">
                  <a:extLst>
                    <a:ext uri="{FF2B5EF4-FFF2-40B4-BE49-F238E27FC236}">
                      <a16:creationId xmlns:a16="http://schemas.microsoft.com/office/drawing/2014/main" id="{CC875511-33AA-84B2-8CFA-A919969C261A}"/>
                    </a:ext>
                  </a:extLst>
                </p:cNvPr>
                <p:cNvSpPr txBox="1"/>
                <p:nvPr/>
              </p:nvSpPr>
              <p:spPr>
                <a:xfrm>
                  <a:off x="10540817" y="5819712"/>
                  <a:ext cx="872034" cy="190821"/>
                </a:xfrm>
                <a:prstGeom prst="rect">
                  <a:avLst/>
                </a:prstGeom>
                <a:noFill/>
              </p:spPr>
              <p:txBody>
                <a:bodyPr wrap="none" lIns="0" tIns="18288" rIns="0" bIns="18288" rtlCol="0">
                  <a:spAutoFit/>
                </a:bodyPr>
                <a:lstStyle/>
                <a:p>
                  <a:pPr marL="0" marR="0" lvl="0" indent="0" algn="l" defTabSz="914400" rtl="0" eaLnBrk="1" fontAlgn="auto" latinLnBrk="0" hangingPunct="1">
                    <a:lnSpc>
                      <a:spcPct val="100000"/>
                    </a:lnSpc>
                    <a:spcAft>
                      <a:spcPts val="200"/>
                    </a:spcAft>
                    <a:buClrTx/>
                    <a:buSzTx/>
                    <a:buFontTx/>
                    <a:buNone/>
                    <a:tabLst/>
                    <a:defRPr/>
                  </a:pPr>
                  <a:r>
                    <a:rPr kumimoji="0" lang="en-US" sz="1000" b="0" i="0" u="none" strike="noStrike" kern="1200" cap="none" spc="0" normalizeH="0" baseline="0" noProof="0" dirty="0">
                      <a:ln>
                        <a:noFill/>
                      </a:ln>
                      <a:solidFill>
                        <a:srgbClr val="E7E6E6">
                          <a:lumMod val="10000"/>
                        </a:srgbClr>
                      </a:solidFill>
                      <a:effectLst/>
                      <a:uLnTx/>
                      <a:uFillTx/>
                      <a:latin typeface="+mn-lt"/>
                      <a:ea typeface="+mn-ea"/>
                      <a:cs typeface="+mn-cs"/>
                    </a:rPr>
                    <a:t>Annual Revenue</a:t>
                  </a:r>
                  <a:endParaRPr kumimoji="0" lang="en-IN" sz="1000" b="0" i="0" u="none" strike="noStrike" kern="1200" cap="none" spc="0" normalizeH="0" baseline="0" noProof="0" dirty="0">
                    <a:ln>
                      <a:noFill/>
                    </a:ln>
                    <a:solidFill>
                      <a:srgbClr val="E7E6E6">
                        <a:lumMod val="10000"/>
                      </a:srgbClr>
                    </a:solidFill>
                    <a:effectLst/>
                    <a:uLnTx/>
                    <a:uFillTx/>
                    <a:latin typeface="+mn-lt"/>
                    <a:ea typeface="+mn-ea"/>
                    <a:cs typeface="+mn-cs"/>
                  </a:endParaRPr>
                </a:p>
              </p:txBody>
            </p:sp>
            <p:sp>
              <p:nvSpPr>
                <p:cNvPr id="177" name="Rectangle 176">
                  <a:extLst>
                    <a:ext uri="{FF2B5EF4-FFF2-40B4-BE49-F238E27FC236}">
                      <a16:creationId xmlns:a16="http://schemas.microsoft.com/office/drawing/2014/main" id="{F166A78C-7DD6-1026-D6BB-9B057F5E0B4A}"/>
                    </a:ext>
                  </a:extLst>
                </p:cNvPr>
                <p:cNvSpPr/>
                <p:nvPr/>
              </p:nvSpPr>
              <p:spPr>
                <a:xfrm>
                  <a:off x="10377348" y="5864830"/>
                  <a:ext cx="100584" cy="100584"/>
                </a:xfrm>
                <a:prstGeom prst="rect">
                  <a:avLst/>
                </a:prstGeom>
                <a:solidFill>
                  <a:schemeClr val="accent3"/>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1600">
                    <a:latin typeface="+mn-lt"/>
                  </a:endParaRPr>
                </a:p>
              </p:txBody>
            </p:sp>
          </p:grpSp>
        </p:grpSp>
        <p:sp>
          <p:nvSpPr>
            <p:cNvPr id="163" name="TextBox 162">
              <a:extLst>
                <a:ext uri="{FF2B5EF4-FFF2-40B4-BE49-F238E27FC236}">
                  <a16:creationId xmlns:a16="http://schemas.microsoft.com/office/drawing/2014/main" id="{62537DB6-9028-93EA-4F68-0DE22B1C2C9F}"/>
                </a:ext>
              </a:extLst>
            </p:cNvPr>
            <p:cNvSpPr txBox="1"/>
            <p:nvPr/>
          </p:nvSpPr>
          <p:spPr>
            <a:xfrm>
              <a:off x="10620155" y="1068657"/>
              <a:ext cx="1211516" cy="543610"/>
            </a:xfrm>
            <a:prstGeom prst="rect">
              <a:avLst/>
            </a:prstGeom>
            <a:noFill/>
          </p:spPr>
          <p:txBody>
            <a:bodyPr wrap="square" lIns="0" tIns="0" rIns="0" bIns="0" rtlCol="0">
              <a:spAutoFit/>
            </a:bodyPr>
            <a:lstStyle/>
            <a:p>
              <a:pPr marL="0" marR="0" lvl="0" indent="0" algn="l" defTabSz="914400" rtl="0" eaLnBrk="1" fontAlgn="auto" latinLnBrk="0" hangingPunct="1">
                <a:lnSpc>
                  <a:spcPct val="110000"/>
                </a:lnSpc>
                <a:spcBef>
                  <a:spcPts val="0"/>
                </a:spcBef>
                <a:spcAft>
                  <a:spcPts val="200"/>
                </a:spcAft>
                <a:buClrTx/>
                <a:buSzTx/>
                <a:buFontTx/>
                <a:buNone/>
                <a:tabLst/>
                <a:defRPr/>
              </a:pPr>
              <a:r>
                <a:rPr kumimoji="0" lang="en-US" sz="1100" b="1" i="0" u="none" strike="noStrike" kern="1200" cap="none" spc="0" normalizeH="0" baseline="0" noProof="0" dirty="0">
                  <a:ln>
                    <a:noFill/>
                  </a:ln>
                  <a:solidFill>
                    <a:srgbClr val="231F20"/>
                  </a:solidFill>
                  <a:effectLst/>
                  <a:uLnTx/>
                  <a:uFillTx/>
                  <a:latin typeface="+mn-lt"/>
                  <a:ea typeface="+mn-ea"/>
                  <a:cs typeface="+mn-cs"/>
                </a:rPr>
                <a:t>2025</a:t>
              </a:r>
            </a:p>
            <a:p>
              <a:pPr>
                <a:lnSpc>
                  <a:spcPct val="110000"/>
                </a:lnSpc>
                <a:spcBef>
                  <a:spcPts val="0"/>
                </a:spcBef>
                <a:spcAft>
                  <a:spcPts val="100"/>
                </a:spcAft>
              </a:pPr>
              <a:r>
                <a:rPr lang="en-US" sz="1000" b="1" dirty="0"/>
                <a:t>Trained 25,000+ </a:t>
              </a:r>
              <a:br>
                <a:rPr lang="en-US" sz="1000" b="1" dirty="0"/>
              </a:br>
              <a:r>
                <a:rPr lang="en-US" sz="1000" b="1" dirty="0"/>
                <a:t>employees in Gen AI</a:t>
              </a:r>
            </a:p>
          </p:txBody>
        </p:sp>
        <p:cxnSp>
          <p:nvCxnSpPr>
            <p:cNvPr id="164" name="Straight Connector 163">
              <a:extLst>
                <a:ext uri="{FF2B5EF4-FFF2-40B4-BE49-F238E27FC236}">
                  <a16:creationId xmlns:a16="http://schemas.microsoft.com/office/drawing/2014/main" id="{47A9C115-B4BE-7B55-D46A-DA6D7836143B}"/>
                </a:ext>
              </a:extLst>
            </p:cNvPr>
            <p:cNvCxnSpPr>
              <a:cxnSpLocks/>
            </p:cNvCxnSpPr>
            <p:nvPr/>
          </p:nvCxnSpPr>
          <p:spPr>
            <a:xfrm flipV="1">
              <a:off x="10657755" y="941727"/>
              <a:ext cx="0" cy="106023"/>
            </a:xfrm>
            <a:prstGeom prst="line">
              <a:avLst/>
            </a:prstGeom>
            <a:ln>
              <a:solidFill>
                <a:srgbClr val="231F20"/>
              </a:solidFill>
            </a:ln>
          </p:spPr>
          <p:style>
            <a:lnRef idx="1">
              <a:schemeClr val="accent1"/>
            </a:lnRef>
            <a:fillRef idx="0">
              <a:schemeClr val="accent1"/>
            </a:fillRef>
            <a:effectRef idx="0">
              <a:srgbClr val="000000"/>
            </a:effectRef>
            <a:fontRef idx="minor">
              <a:schemeClr val="bg1"/>
            </a:fontRef>
          </p:style>
        </p:cxnSp>
        <p:sp>
          <p:nvSpPr>
            <p:cNvPr id="165" name="Rectangle 164">
              <a:extLst>
                <a:ext uri="{FF2B5EF4-FFF2-40B4-BE49-F238E27FC236}">
                  <a16:creationId xmlns:a16="http://schemas.microsoft.com/office/drawing/2014/main" id="{50FB0BA6-D59A-24A8-265A-73441CB46B91}"/>
                </a:ext>
              </a:extLst>
            </p:cNvPr>
            <p:cNvSpPr/>
            <p:nvPr/>
          </p:nvSpPr>
          <p:spPr>
            <a:xfrm>
              <a:off x="10593031" y="816784"/>
              <a:ext cx="130295" cy="135660"/>
            </a:xfrm>
            <a:prstGeom prst="rect">
              <a:avLst/>
            </a:prstGeom>
            <a:solidFill>
              <a:schemeClr val="tx2"/>
            </a:solidFill>
            <a:ln w="19050">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A" sz="2000">
                <a:latin typeface="+mn-lt"/>
              </a:endParaRPr>
            </a:p>
          </p:txBody>
        </p:sp>
      </p:grpSp>
    </p:spTree>
    <p:extLst>
      <p:ext uri="{BB962C8B-B14F-4D97-AF65-F5344CB8AC3E}">
        <p14:creationId xmlns:p14="http://schemas.microsoft.com/office/powerpoint/2010/main" val="1770494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1">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latin typeface="Aptos Light" panose="020B0004020202020204" pitchFamily="34" charset="0"/>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dirty="0"/>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2">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latin typeface="Aptos Light" panose="020B0004020202020204" pitchFamily="34" charset="0"/>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3">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24337768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4">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4137660" y="-1"/>
            <a:ext cx="805434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9" name="UST" descr="UST">
            <a:extLst>
              <a:ext uri="{FF2B5EF4-FFF2-40B4-BE49-F238E27FC236}">
                <a16:creationId xmlns:a16="http://schemas.microsoft.com/office/drawing/2014/main" id="{6F560B5D-F430-7088-D59F-7B7BA25ED293}"/>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11" name="Straight Connector 10">
            <a:extLst>
              <a:ext uri="{FF2B5EF4-FFF2-40B4-BE49-F238E27FC236}">
                <a16:creationId xmlns:a16="http://schemas.microsoft.com/office/drawing/2014/main" id="{7DE9729B-D502-0D7F-154E-21A46B3FCB08}"/>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25913100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p15:clr>
            <a:srgbClr val="FBAE40"/>
          </p15:clr>
        </p15:guide>
        <p15:guide id="5" pos="74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5">
    <p:bg>
      <p:bgRef idx="1001">
        <a:schemeClr val="bg1"/>
      </p:bgRef>
    </p:bg>
    <p:spTree>
      <p:nvGrpSpPr>
        <p:cNvPr id="1" name=""/>
        <p:cNvGrpSpPr/>
        <p:nvPr/>
      </p:nvGrpSpPr>
      <p:grpSpPr>
        <a:xfrm>
          <a:off x="0" y="0"/>
          <a:ext cx="0" cy="0"/>
          <a:chOff x="0" y="0"/>
          <a:chExt cx="0" cy="0"/>
        </a:xfrm>
      </p:grpSpPr>
      <p:pic>
        <p:nvPicPr>
          <p:cNvPr id="4" name="Picture Placeholder 9" descr="A picture containing sky, water, outdoor&#10;&#10;Description automatically generated">
            <a:extLst>
              <a:ext uri="{FF2B5EF4-FFF2-40B4-BE49-F238E27FC236}">
                <a16:creationId xmlns:a16="http://schemas.microsoft.com/office/drawing/2014/main" id="{EDFC6823-FF63-4F4F-9127-CAA6E3928ED0}"/>
              </a:ext>
            </a:extLst>
          </p:cNvPr>
          <p:cNvPicPr>
            <a:picLocks noChangeAspect="1"/>
          </p:cNvPicPr>
          <p:nvPr userDrawn="1"/>
        </p:nvPicPr>
        <p:blipFill rotWithShape="1">
          <a:blip r:embed="rId2"/>
          <a:srcRect l="74" r="3839" b="3765"/>
          <a:stretch/>
        </p:blipFill>
        <p:spPr>
          <a:xfrm>
            <a:off x="0" y="0"/>
            <a:ext cx="12192000" cy="6856413"/>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4985682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5">
    <p:bg>
      <p:bgRef idx="1001">
        <a:schemeClr val="bg1"/>
      </p:bgRef>
    </p:bg>
    <p:spTree>
      <p:nvGrpSpPr>
        <p:cNvPr id="1" name=""/>
        <p:cNvGrpSpPr/>
        <p:nvPr/>
      </p:nvGrpSpPr>
      <p:grpSpPr>
        <a:xfrm>
          <a:off x="0" y="0"/>
          <a:ext cx="0" cy="0"/>
          <a:chOff x="0" y="0"/>
          <a:chExt cx="0" cy="0"/>
        </a:xfrm>
      </p:grpSpPr>
      <p:pic>
        <p:nvPicPr>
          <p:cNvPr id="14" name="Picture 13" descr="A person and person looking at a tablet&#10;&#10;Description automatically generated">
            <a:extLst>
              <a:ext uri="{FF2B5EF4-FFF2-40B4-BE49-F238E27FC236}">
                <a16:creationId xmlns:a16="http://schemas.microsoft.com/office/drawing/2014/main" id="{286D4F5F-2143-7413-017A-1D4DC62ACD6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41" r="2041"/>
          <a:stretch/>
        </p:blipFill>
        <p:spPr>
          <a:xfrm>
            <a:off x="0" y="0"/>
            <a:ext cx="12192000" cy="6858000"/>
          </a:xfrm>
          <a:prstGeom prst="rect">
            <a:avLst/>
          </a:prstGeom>
        </p:spPr>
      </p:pic>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337946" y="1623058"/>
            <a:ext cx="4532630" cy="3737611"/>
          </a:xfrm>
          <a:solidFill>
            <a:srgbClr val="006E74"/>
          </a:solidFill>
        </p:spPr>
        <p:txBody>
          <a:bodyPr lIns="274320" tIns="274320" rIns="274320" bIns="274320" anchor="t" anchorCtr="0"/>
          <a:lstStyle>
            <a:lvl1pPr algn="l">
              <a:defRPr sz="3200" b="0" spc="0" baseline="0">
                <a:solidFill>
                  <a:schemeClr val="bg1"/>
                </a:solidFill>
                <a:latin typeface="Aptos Light" panose="020B0004020202020204" pitchFamily="34" charset="0"/>
              </a:defRPr>
            </a:lvl1pPr>
          </a:lstStyle>
          <a:p>
            <a:r>
              <a:rPr lang="en-US" dirty="0"/>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1630680" y="2903218"/>
            <a:ext cx="3855718" cy="1291591"/>
          </a:xfrm>
        </p:spPr>
        <p:txBody>
          <a:bodyPr anchor="t" anchorCtr="0">
            <a:noAutofit/>
          </a:bodyPr>
          <a:lstStyle>
            <a:lvl1pPr marL="0" indent="0" algn="l">
              <a:spcBef>
                <a:spcPts val="0"/>
              </a:spcBef>
              <a:buNone/>
              <a:defRPr sz="20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630680" y="4194809"/>
            <a:ext cx="3855718" cy="914400"/>
          </a:xfrm>
        </p:spPr>
        <p:txBody>
          <a:bodyPr anchor="b" anchorCtr="0">
            <a:noAutofit/>
          </a:bodyPr>
          <a:lstStyle>
            <a:lvl1pPr marL="0" indent="0">
              <a:spcBef>
                <a:spcPts val="0"/>
              </a:spcBef>
              <a:buFontTx/>
              <a:buNone/>
              <a:defRPr sz="16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6" name="UST" descr="UST">
            <a:extLst>
              <a:ext uri="{FF2B5EF4-FFF2-40B4-BE49-F238E27FC236}">
                <a16:creationId xmlns:a16="http://schemas.microsoft.com/office/drawing/2014/main" id="{EE8A81E1-DE09-7CB1-9795-9302AA213937}"/>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Aptos Light" panose="020B0004020202020204" pitchFamily="34" charset="0"/>
            </a:endParaRPr>
          </a:p>
        </p:txBody>
      </p:sp>
    </p:spTree>
    <p:extLst>
      <p:ext uri="{BB962C8B-B14F-4D97-AF65-F5344CB8AC3E}">
        <p14:creationId xmlns:p14="http://schemas.microsoft.com/office/powerpoint/2010/main" val="32559152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7">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14" name="UST" descr="UST">
            <a:extLst>
              <a:ext uri="{FF2B5EF4-FFF2-40B4-BE49-F238E27FC236}">
                <a16:creationId xmlns:a16="http://schemas.microsoft.com/office/drawing/2014/main" id="{D64FE565-A979-A6FD-86C3-B897AC101905}"/>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Tree>
    <p:extLst>
      <p:ext uri="{BB962C8B-B14F-4D97-AF65-F5344CB8AC3E}">
        <p14:creationId xmlns:p14="http://schemas.microsoft.com/office/powerpoint/2010/main" val="15216395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8">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0" y="-1"/>
            <a:ext cx="121920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8"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Subtitle 2">
            <a:extLst>
              <a:ext uri="{FF2B5EF4-FFF2-40B4-BE49-F238E27FC236}">
                <a16:creationId xmlns:a16="http://schemas.microsoft.com/office/drawing/2014/main" id="{3107067A-FCAA-8C72-B454-ED1ACC2EC5BB}"/>
              </a:ext>
            </a:extLst>
          </p:cNvPr>
          <p:cNvSpPr>
            <a:spLocks noGrp="1"/>
          </p:cNvSpPr>
          <p:nvPr>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bg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1" name="Text Placeholder 3">
            <a:extLst>
              <a:ext uri="{FF2B5EF4-FFF2-40B4-BE49-F238E27FC236}">
                <a16:creationId xmlns:a16="http://schemas.microsoft.com/office/drawing/2014/main" id="{0339DAFF-1198-F640-683F-024536A42C75}"/>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13" name="Text Placeholder 3">
            <a:extLst>
              <a:ext uri="{FF2B5EF4-FFF2-40B4-BE49-F238E27FC236}">
                <a16:creationId xmlns:a16="http://schemas.microsoft.com/office/drawing/2014/main" id="{A1302373-182B-29E4-E443-D6C8F5F97F97}"/>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bg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5948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Tree>
    <p:extLst>
      <p:ext uri="{BB962C8B-B14F-4D97-AF65-F5344CB8AC3E}">
        <p14:creationId xmlns:p14="http://schemas.microsoft.com/office/powerpoint/2010/main" val="9959188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Cover slide option 9">
    <p:bg>
      <p:bgRef idx="1001">
        <a:schemeClr val="bg1"/>
      </p:bgRef>
    </p:bg>
    <p:spTree>
      <p:nvGrpSpPr>
        <p:cNvPr id="1" name=""/>
        <p:cNvGrpSpPr/>
        <p:nvPr/>
      </p:nvGrpSpPr>
      <p:grpSpPr>
        <a:xfrm>
          <a:off x="0" y="0"/>
          <a:ext cx="0" cy="0"/>
          <a:chOff x="0" y="0"/>
          <a:chExt cx="0" cy="0"/>
        </a:xfrm>
      </p:grpSpPr>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7124700" y="-1"/>
            <a:ext cx="5067300" cy="6856615"/>
          </a:xfrm>
          <a:solidFill>
            <a:srgbClr val="D7E0E3"/>
          </a:solidFill>
        </p:spPr>
        <p:txBody>
          <a:bodyPr anchor="ctr" anchorCtr="0">
            <a:normAutofit/>
          </a:bodyPr>
          <a:lstStyle>
            <a:lvl1pPr marL="0" indent="0" algn="ctr">
              <a:buFontTx/>
              <a:buNone/>
              <a:defRPr sz="1200">
                <a:latin typeface="Aptos Light" panose="020B0004020202020204" pitchFamily="34" charset="0"/>
              </a:defRPr>
            </a:lvl1pPr>
          </a:lstStyle>
          <a:p>
            <a:r>
              <a:rPr lang="en-US" dirty="0"/>
              <a:t>[Click icon to insert photo]</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480062" y="2270758"/>
            <a:ext cx="5684518" cy="1372328"/>
          </a:xfrm>
        </p:spPr>
        <p:txBody>
          <a:bodyPr anchor="t" anchorCtr="0">
            <a:noAutofit/>
          </a:bodyPr>
          <a:lstStyle>
            <a:lvl1pPr marL="0" indent="0" algn="l">
              <a:spcBef>
                <a:spcPts val="0"/>
              </a:spcBef>
              <a:buNone/>
              <a:defRPr sz="3200" b="0">
                <a:solidFill>
                  <a:schemeClr val="tx1"/>
                </a:solidFill>
                <a:latin typeface="Aptos Light" panose="020B0004020202020204" pitchFamily="34" charset="0"/>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dirty="0"/>
              <a:t>Presentation title </a:t>
            </a:r>
            <a:br>
              <a:rPr lang="en-US" dirty="0"/>
            </a:br>
            <a:r>
              <a:rPr lang="en-US" dirty="0"/>
              <a:t>is Aptos Light 32pt</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480062" y="3875314"/>
            <a:ext cx="5684518" cy="870583"/>
          </a:xfrm>
        </p:spPr>
        <p:txBody>
          <a:bodyPr anchor="t" anchorCtr="0">
            <a:noAutofit/>
          </a:bodyPr>
          <a:lstStyle>
            <a:lvl1pPr marL="0" indent="0">
              <a:spcBef>
                <a:spcPts val="0"/>
              </a:spcBef>
              <a:buFontTx/>
              <a:buNone/>
              <a:defRPr sz="20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Optional subtitle is Aptos Light 20pt, sentence case, two lines max</a:t>
            </a:r>
          </a:p>
        </p:txBody>
      </p:sp>
      <p:sp>
        <p:nvSpPr>
          <p:cNvPr id="7" name="Text Placeholder 3">
            <a:extLst>
              <a:ext uri="{FF2B5EF4-FFF2-40B4-BE49-F238E27FC236}">
                <a16:creationId xmlns:a16="http://schemas.microsoft.com/office/drawing/2014/main" id="{4A9F2D56-AB74-8681-8E0A-26241D6A4532}"/>
              </a:ext>
            </a:extLst>
          </p:cNvPr>
          <p:cNvSpPr>
            <a:spLocks noGrp="1"/>
          </p:cNvSpPr>
          <p:nvPr>
            <p:ph type="body" sz="quarter" idx="12" hasCustomPrompt="1"/>
          </p:nvPr>
        </p:nvSpPr>
        <p:spPr>
          <a:xfrm>
            <a:off x="480062" y="4967152"/>
            <a:ext cx="5684518" cy="874124"/>
          </a:xfrm>
        </p:spPr>
        <p:txBody>
          <a:bodyPr anchor="b" anchorCtr="0">
            <a:noAutofit/>
          </a:bodyPr>
          <a:lstStyle>
            <a:lvl1pPr marL="0" indent="0">
              <a:spcBef>
                <a:spcPts val="0"/>
              </a:spcBef>
              <a:buFontTx/>
              <a:buNone/>
              <a:defRPr sz="1800" b="1">
                <a:solidFill>
                  <a:schemeClr val="tx1"/>
                </a:solidFill>
                <a:latin typeface="Aptos Light" panose="020B0004020202020204" pitchFamily="34" charset="0"/>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dirty="0"/>
              <a:t>[Month 00, 0000]</a:t>
            </a:r>
            <a:br>
              <a:rPr lang="en-US" dirty="0"/>
            </a:br>
            <a:r>
              <a:rPr lang="en-US" dirty="0"/>
              <a:t>[Presenter Name]</a:t>
            </a:r>
            <a:br>
              <a:rPr lang="en-US" dirty="0"/>
            </a:br>
            <a:r>
              <a:rPr lang="en-US" dirty="0"/>
              <a:t>[Title]</a:t>
            </a:r>
          </a:p>
        </p:txBody>
      </p:sp>
      <p:sp>
        <p:nvSpPr>
          <p:cNvPr id="2" name="UST" descr="UST">
            <a:extLst>
              <a:ext uri="{FF2B5EF4-FFF2-40B4-BE49-F238E27FC236}">
                <a16:creationId xmlns:a16="http://schemas.microsoft.com/office/drawing/2014/main" id="{61ECC60D-8478-8819-B2C5-E76BC9CEC548}"/>
              </a:ext>
            </a:extLst>
          </p:cNvPr>
          <p:cNvSpPr>
            <a:spLocks noChangeAspect="1" noEditPoints="1"/>
          </p:cNvSpPr>
          <p:nvPr userDrawn="1"/>
        </p:nvSpPr>
        <p:spPr bwMode="black">
          <a:xfrm>
            <a:off x="365125" y="358775"/>
            <a:ext cx="732109" cy="81000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cxnSp>
        <p:nvCxnSpPr>
          <p:cNvPr id="4" name="Straight Connector 3">
            <a:extLst>
              <a:ext uri="{FF2B5EF4-FFF2-40B4-BE49-F238E27FC236}">
                <a16:creationId xmlns:a16="http://schemas.microsoft.com/office/drawing/2014/main" id="{5CA66234-B48E-5445-1A41-1E32BEFDE005}"/>
              </a:ext>
            </a:extLst>
          </p:cNvPr>
          <p:cNvCxnSpPr>
            <a:cxnSpLocks/>
          </p:cNvCxnSpPr>
          <p:nvPr userDrawn="1"/>
        </p:nvCxnSpPr>
        <p:spPr>
          <a:xfrm>
            <a:off x="1337946" y="371716"/>
            <a:ext cx="0" cy="792000"/>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Tree>
    <p:extLst>
      <p:ext uri="{BB962C8B-B14F-4D97-AF65-F5344CB8AC3E}">
        <p14:creationId xmlns:p14="http://schemas.microsoft.com/office/powerpoint/2010/main" val="38204152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with Photo 2">
    <p:spTree>
      <p:nvGrpSpPr>
        <p:cNvPr id="1" name=""/>
        <p:cNvGrpSpPr/>
        <p:nvPr/>
      </p:nvGrpSpPr>
      <p:grpSpPr>
        <a:xfrm>
          <a:off x="0" y="0"/>
          <a:ext cx="0" cy="0"/>
          <a:chOff x="0" y="0"/>
          <a:chExt cx="0" cy="0"/>
        </a:xfrm>
      </p:grpSpPr>
      <p:sp>
        <p:nvSpPr>
          <p:cNvPr id="8"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6989128" y="3192779"/>
            <a:ext cx="4389385" cy="2845003"/>
          </a:xfrm>
        </p:spPr>
        <p:txBody>
          <a:bodyPr>
            <a:noAutofit/>
          </a:bodyPr>
          <a:lstStyle>
            <a:lvl1pPr marL="0" marR="0" indent="0" algn="l" defTabSz="914400" rtl="0" eaLnBrk="1" fontAlgn="auto" latinLnBrk="0" hangingPunct="1">
              <a:lnSpc>
                <a:spcPct val="100000"/>
              </a:lnSpc>
              <a:spcBef>
                <a:spcPts val="0"/>
              </a:spcBef>
              <a:spcAft>
                <a:spcPts val="600"/>
              </a:spcAft>
              <a:buClrTx/>
              <a:buSzTx/>
              <a:buFontTx/>
              <a:buNone/>
              <a:tabLst>
                <a:tab pos="5254625" algn="r"/>
              </a:tabLst>
              <a:defRPr sz="1600"/>
            </a:lvl1pPr>
            <a:lvl2pPr marL="182880" indent="0">
              <a:spcBef>
                <a:spcPts val="0"/>
              </a:spcBef>
              <a:spcAft>
                <a:spcPts val="600"/>
              </a:spcAft>
              <a:buNone/>
              <a:defRPr sz="1600"/>
            </a:lvl2pPr>
            <a:lvl3pPr marL="365760" indent="0">
              <a:buNone/>
              <a:defRPr/>
            </a:lvl3pPr>
            <a:lvl4pPr marL="548640" indent="0">
              <a:buNone/>
              <a:defRPr/>
            </a:lvl4pPr>
            <a:lvl5pPr marL="731520" indent="0">
              <a:buNone/>
              <a:defRPr/>
            </a:lvl5pPr>
          </a:lstStyle>
          <a:p>
            <a:r>
              <a:rPr lang="en-US" dirty="0"/>
              <a:t>Agenda items are Aptos Regular 16pt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
        <p:nvSpPr>
          <p:cNvPr id="7" name="Rectangle 6">
            <a:extLst>
              <a:ext uri="{FF2B5EF4-FFF2-40B4-BE49-F238E27FC236}">
                <a16:creationId xmlns:a16="http://schemas.microsoft.com/office/drawing/2014/main" id="{E0F7C84E-F8B1-08E4-D431-775DCC945E9A}"/>
              </a:ext>
            </a:extLst>
          </p:cNvPr>
          <p:cNvSpPr/>
          <p:nvPr userDrawn="1"/>
        </p:nvSpPr>
        <p:spPr>
          <a:xfrm>
            <a:off x="3781425" y="0"/>
            <a:ext cx="2880000" cy="288000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4099605" y="571500"/>
            <a:ext cx="2243640" cy="708660"/>
          </a:xfrm>
        </p:spPr>
        <p:txBody>
          <a:bodyPr/>
          <a:lstStyle>
            <a:lvl1pPr>
              <a:defRPr>
                <a:solidFill>
                  <a:schemeClr val="bg1"/>
                </a:solidFill>
              </a:defRPr>
            </a:lvl1pPr>
          </a:lstStyle>
          <a:p>
            <a:r>
              <a:rPr lang="en-US" dirty="0"/>
              <a:t>Agenda</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813486" y="1521683"/>
            <a:ext cx="4653864" cy="4650517"/>
          </a:xfrm>
          <a:solidFill>
            <a:srgbClr val="D7E0E3"/>
          </a:solidFill>
        </p:spPr>
        <p:txBody>
          <a:bodyPr anchor="ctr" anchorCtr="0">
            <a:normAutofit/>
          </a:bodyPr>
          <a:lstStyle>
            <a:lvl1pPr marL="0" indent="0" algn="ctr">
              <a:buNone/>
              <a:defRPr sz="1200"/>
            </a:lvl1pPr>
          </a:lstStyle>
          <a:p>
            <a:r>
              <a:rPr lang="en-US" dirty="0"/>
              <a:t>[Click icon to insert photo]</a:t>
            </a:r>
          </a:p>
        </p:txBody>
      </p:sp>
    </p:spTree>
    <p:extLst>
      <p:ext uri="{BB962C8B-B14F-4D97-AF65-F5344CB8AC3E}">
        <p14:creationId xmlns:p14="http://schemas.microsoft.com/office/powerpoint/2010/main" val="1145966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latin typeface="Aptos Light" panose="020B0004020202020204" pitchFamily="34" charset="0"/>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dirty="0"/>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atin typeface="Aptos Light" panose="020B0004020202020204" pitchFamily="34" charset="0"/>
              </a:defRPr>
            </a:lvl1pPr>
            <a:lvl2pPr marL="0" indent="0">
              <a:spcBef>
                <a:spcPts val="0"/>
              </a:spcBef>
              <a:buFontTx/>
              <a:buNone/>
              <a:defRPr sz="1400">
                <a:latin typeface="Aptos Light" panose="020B0004020202020204" pitchFamily="34" charset="0"/>
              </a:defRPr>
            </a:lvl2pPr>
            <a:lvl3pPr marL="0" indent="0">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ST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173128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ntent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2642739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Content with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E2B331-B0E6-E050-A108-F924CD8C4B87}"/>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3C93D23E-A1DF-EFB2-42B6-96C86220A70A}"/>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C8DBD0B0-9097-66F4-868E-CF3AB262634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9" name="Slide Number Placeholder 10">
            <a:extLst>
              <a:ext uri="{FF2B5EF4-FFF2-40B4-BE49-F238E27FC236}">
                <a16:creationId xmlns:a16="http://schemas.microsoft.com/office/drawing/2014/main" id="{127CF079-132F-6A7B-6737-92012CC215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Title 1">
            <a:extLst>
              <a:ext uri="{FF2B5EF4-FFF2-40B4-BE49-F238E27FC236}">
                <a16:creationId xmlns:a16="http://schemas.microsoft.com/office/drawing/2014/main" id="{A303E940-850F-F35A-2EB3-A69A4A65DED6}"/>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1" name="Content Placeholder 2">
            <a:extLst>
              <a:ext uri="{FF2B5EF4-FFF2-40B4-BE49-F238E27FC236}">
                <a16:creationId xmlns:a16="http://schemas.microsoft.com/office/drawing/2014/main" id="{A8F32DE4-21DF-8C35-6786-FC0077EB0C2E}"/>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3">
            <a:extLst>
              <a:ext uri="{FF2B5EF4-FFF2-40B4-BE49-F238E27FC236}">
                <a16:creationId xmlns:a16="http://schemas.microsoft.com/office/drawing/2014/main" id="{9104AAB7-09CC-AC46-AAA1-6359190CE56F}"/>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1" name="Content Placeholder 4">
            <a:extLst>
              <a:ext uri="{FF2B5EF4-FFF2-40B4-BE49-F238E27FC236}">
                <a16:creationId xmlns:a16="http://schemas.microsoft.com/office/drawing/2014/main" id="{7E660BF6-5580-6C7C-63DD-F580A1C6F030}"/>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2" name="Picture Placeholder 2">
            <a:extLst>
              <a:ext uri="{FF2B5EF4-FFF2-40B4-BE49-F238E27FC236}">
                <a16:creationId xmlns:a16="http://schemas.microsoft.com/office/drawing/2014/main" id="{275DE1D8-3A75-4AF8-864B-E9A17456323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3" name="Content Placeholder 2">
            <a:extLst>
              <a:ext uri="{FF2B5EF4-FFF2-40B4-BE49-F238E27FC236}">
                <a16:creationId xmlns:a16="http://schemas.microsoft.com/office/drawing/2014/main" id="{78D4F353-515C-D10D-865A-0B81D22765D4}"/>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EBA80BE-FB86-FD65-42AA-AFCE7927641C}"/>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5" name="Text Placeholder 23">
            <a:extLst>
              <a:ext uri="{FF2B5EF4-FFF2-40B4-BE49-F238E27FC236}">
                <a16:creationId xmlns:a16="http://schemas.microsoft.com/office/drawing/2014/main" id="{65DFFE06-2B90-9CEB-01FC-1C3EDBEC1D2D}"/>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3D082826-A380-803B-BDE0-1DB4DD8A7ADD}"/>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833472CF-7769-325B-0CDF-237DE48BE389}"/>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8" name="Text Placeholder 23">
            <a:extLst>
              <a:ext uri="{FF2B5EF4-FFF2-40B4-BE49-F238E27FC236}">
                <a16:creationId xmlns:a16="http://schemas.microsoft.com/office/drawing/2014/main" id="{CA8963E8-E40E-350A-4136-1112AA09C81D}"/>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9" name="Text Placeholder 23">
            <a:extLst>
              <a:ext uri="{FF2B5EF4-FFF2-40B4-BE49-F238E27FC236}">
                <a16:creationId xmlns:a16="http://schemas.microsoft.com/office/drawing/2014/main" id="{EC2ADDDD-8562-6080-49C8-696E0783384D}"/>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661080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with Image B">
    <p:bg>
      <p:bgPr>
        <a:solidFill>
          <a:srgbClr val="231F20"/>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364444E-2019-6E8F-EC4B-36BBA47EFD9F}"/>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16" name="Content Placeholder 2">
            <a:extLst>
              <a:ext uri="{FF2B5EF4-FFF2-40B4-BE49-F238E27FC236}">
                <a16:creationId xmlns:a16="http://schemas.microsoft.com/office/drawing/2014/main" id="{E834DAF2-E59B-DEE3-8AB0-681CE3FE5468}"/>
              </a:ext>
            </a:extLst>
          </p:cNvPr>
          <p:cNvSpPr>
            <a:spLocks noGrp="1"/>
          </p:cNvSpPr>
          <p:nvPr>
            <p:ph sz="half" idx="1" hasCustomPrompt="1"/>
          </p:nvPr>
        </p:nvSpPr>
        <p:spPr>
          <a:xfrm>
            <a:off x="365760"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7" name="Content Placeholder 3">
            <a:extLst>
              <a:ext uri="{FF2B5EF4-FFF2-40B4-BE49-F238E27FC236}">
                <a16:creationId xmlns:a16="http://schemas.microsoft.com/office/drawing/2014/main" id="{CE2375FB-50B0-C27A-E37B-B38DC599CFBD}"/>
              </a:ext>
            </a:extLst>
          </p:cNvPr>
          <p:cNvSpPr>
            <a:spLocks noGrp="1"/>
          </p:cNvSpPr>
          <p:nvPr>
            <p:ph sz="half" idx="2" hasCustomPrompt="1"/>
          </p:nvPr>
        </p:nvSpPr>
        <p:spPr>
          <a:xfrm>
            <a:off x="4288536"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2D6C54A3-D374-164A-EFEF-939FB477BB9A}"/>
              </a:ext>
            </a:extLst>
          </p:cNvPr>
          <p:cNvSpPr>
            <a:spLocks noGrp="1"/>
          </p:cNvSpPr>
          <p:nvPr>
            <p:ph sz="quarter" idx="13" hasCustomPrompt="1"/>
          </p:nvPr>
        </p:nvSpPr>
        <p:spPr>
          <a:xfrm>
            <a:off x="8211312" y="3848102"/>
            <a:ext cx="3611880" cy="169544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9" name="Picture Placeholder 2">
            <a:extLst>
              <a:ext uri="{FF2B5EF4-FFF2-40B4-BE49-F238E27FC236}">
                <a16:creationId xmlns:a16="http://schemas.microsoft.com/office/drawing/2014/main" id="{1CAFDF3D-2C2C-15D2-0865-6E1D992C742C}"/>
              </a:ext>
            </a:extLst>
          </p:cNvPr>
          <p:cNvSpPr>
            <a:spLocks noGrp="1"/>
          </p:cNvSpPr>
          <p:nvPr>
            <p:ph type="pic" sz="quarter" idx="16" hasCustomPrompt="1"/>
          </p:nvPr>
        </p:nvSpPr>
        <p:spPr>
          <a:xfrm>
            <a:off x="6979920" y="365760"/>
            <a:ext cx="5212080" cy="23393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25F9F6F-4A18-C646-8389-A2D672AEB57A}"/>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1" name="Text Placeholder 23">
            <a:extLst>
              <a:ext uri="{FF2B5EF4-FFF2-40B4-BE49-F238E27FC236}">
                <a16:creationId xmlns:a16="http://schemas.microsoft.com/office/drawing/2014/main" id="{47D3A49B-64C9-C8A4-155B-D6BBB5A92E29}"/>
              </a:ext>
            </a:extLst>
          </p:cNvPr>
          <p:cNvSpPr>
            <a:spLocks noGrp="1"/>
          </p:cNvSpPr>
          <p:nvPr>
            <p:ph type="body" sz="quarter" idx="24" hasCustomPrompt="1"/>
          </p:nvPr>
        </p:nvSpPr>
        <p:spPr>
          <a:xfrm>
            <a:off x="365125"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2" name="Text Placeholder 23">
            <a:extLst>
              <a:ext uri="{FF2B5EF4-FFF2-40B4-BE49-F238E27FC236}">
                <a16:creationId xmlns:a16="http://schemas.microsoft.com/office/drawing/2014/main" id="{C7F796D1-81D5-8404-761F-A1F696005BDC}"/>
              </a:ext>
            </a:extLst>
          </p:cNvPr>
          <p:cNvSpPr>
            <a:spLocks noGrp="1"/>
          </p:cNvSpPr>
          <p:nvPr>
            <p:ph type="body" sz="quarter" idx="25" hasCustomPrompt="1"/>
          </p:nvPr>
        </p:nvSpPr>
        <p:spPr>
          <a:xfrm>
            <a:off x="4288853"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3" name="Text Placeholder 23">
            <a:extLst>
              <a:ext uri="{FF2B5EF4-FFF2-40B4-BE49-F238E27FC236}">
                <a16:creationId xmlns:a16="http://schemas.microsoft.com/office/drawing/2014/main" id="{28B42F5C-7089-715B-234A-4E1B545B3CF9}"/>
              </a:ext>
            </a:extLst>
          </p:cNvPr>
          <p:cNvSpPr>
            <a:spLocks noGrp="1"/>
          </p:cNvSpPr>
          <p:nvPr>
            <p:ph type="body" sz="quarter" idx="26" hasCustomPrompt="1"/>
          </p:nvPr>
        </p:nvSpPr>
        <p:spPr>
          <a:xfrm>
            <a:off x="8211629" y="3422651"/>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4" name="Text Placeholder 23">
            <a:extLst>
              <a:ext uri="{FF2B5EF4-FFF2-40B4-BE49-F238E27FC236}">
                <a16:creationId xmlns:a16="http://schemas.microsoft.com/office/drawing/2014/main" id="{552FC7C8-6258-AFF8-721E-9A94776BFC18}"/>
              </a:ext>
            </a:extLst>
          </p:cNvPr>
          <p:cNvSpPr>
            <a:spLocks noGrp="1"/>
          </p:cNvSpPr>
          <p:nvPr>
            <p:ph type="body" sz="quarter" idx="27" hasCustomPrompt="1"/>
          </p:nvPr>
        </p:nvSpPr>
        <p:spPr>
          <a:xfrm>
            <a:off x="365125"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5" name="Text Placeholder 23">
            <a:extLst>
              <a:ext uri="{FF2B5EF4-FFF2-40B4-BE49-F238E27FC236}">
                <a16:creationId xmlns:a16="http://schemas.microsoft.com/office/drawing/2014/main" id="{6D993AD9-3F72-1911-3277-3F30779F2CF2}"/>
              </a:ext>
            </a:extLst>
          </p:cNvPr>
          <p:cNvSpPr>
            <a:spLocks noGrp="1"/>
          </p:cNvSpPr>
          <p:nvPr>
            <p:ph type="body" sz="quarter" idx="28" hasCustomPrompt="1"/>
          </p:nvPr>
        </p:nvSpPr>
        <p:spPr>
          <a:xfrm>
            <a:off x="4288853"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6" name="Text Placeholder 23">
            <a:extLst>
              <a:ext uri="{FF2B5EF4-FFF2-40B4-BE49-F238E27FC236}">
                <a16:creationId xmlns:a16="http://schemas.microsoft.com/office/drawing/2014/main" id="{DCCC69E2-0BD4-9DE4-8019-E3BAEBE2C9AB}"/>
              </a:ext>
            </a:extLst>
          </p:cNvPr>
          <p:cNvSpPr>
            <a:spLocks noGrp="1"/>
          </p:cNvSpPr>
          <p:nvPr>
            <p:ph type="body" sz="quarter" idx="29" hasCustomPrompt="1"/>
          </p:nvPr>
        </p:nvSpPr>
        <p:spPr>
          <a:xfrm>
            <a:off x="8211629" y="2997200"/>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8572987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 Option 2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3277130"/>
            <a:ext cx="3611880" cy="221789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646420"/>
            <a:ext cx="7534656" cy="43434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365125"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288853"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211629" y="2851680"/>
            <a:ext cx="3611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426229"/>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10517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8800"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485154"/>
            <a:ext cx="3611880" cy="215352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5" name="Picture Placeholder 2">
            <a:extLst>
              <a:ext uri="{FF2B5EF4-FFF2-40B4-BE49-F238E27FC236}">
                <a16:creationId xmlns:a16="http://schemas.microsoft.com/office/drawing/2014/main" id="{0F45E6E8-6D06-3395-045E-8392F442DB9E}"/>
              </a:ext>
            </a:extLst>
          </p:cNvPr>
          <p:cNvSpPr>
            <a:spLocks noGrp="1"/>
          </p:cNvSpPr>
          <p:nvPr>
            <p:ph type="pic" sz="quarter" idx="30" hasCustomPrompt="1"/>
          </p:nvPr>
        </p:nvSpPr>
        <p:spPr>
          <a:xfrm>
            <a:off x="4289425"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Picture Placeholder 2">
            <a:extLst>
              <a:ext uri="{FF2B5EF4-FFF2-40B4-BE49-F238E27FC236}">
                <a16:creationId xmlns:a16="http://schemas.microsoft.com/office/drawing/2014/main" id="{E36BBA27-0A93-6974-7E10-583A48ADE5A2}"/>
              </a:ext>
            </a:extLst>
          </p:cNvPr>
          <p:cNvSpPr>
            <a:spLocks noGrp="1"/>
          </p:cNvSpPr>
          <p:nvPr>
            <p:ph type="pic" sz="quarter" idx="31" hasCustomPrompt="1"/>
          </p:nvPr>
        </p:nvSpPr>
        <p:spPr>
          <a:xfrm>
            <a:off x="8210042" y="4703048"/>
            <a:ext cx="3613150" cy="138025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23">
            <a:extLst>
              <a:ext uri="{FF2B5EF4-FFF2-40B4-BE49-F238E27FC236}">
                <a16:creationId xmlns:a16="http://schemas.microsoft.com/office/drawing/2014/main" id="{2F6FB681-7F9F-4615-8967-07D2F362DD11}"/>
              </a:ext>
            </a:extLst>
          </p:cNvPr>
          <p:cNvSpPr>
            <a:spLocks noGrp="1"/>
          </p:cNvSpPr>
          <p:nvPr>
            <p:ph type="body" sz="quarter" idx="24" hasCustomPrompt="1"/>
          </p:nvPr>
        </p:nvSpPr>
        <p:spPr>
          <a:xfrm>
            <a:off x="869125"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9" name="Text Placeholder 23">
            <a:extLst>
              <a:ext uri="{FF2B5EF4-FFF2-40B4-BE49-F238E27FC236}">
                <a16:creationId xmlns:a16="http://schemas.microsoft.com/office/drawing/2014/main" id="{A897311A-B495-09CE-DB8C-5F39F9C47A3D}"/>
              </a:ext>
            </a:extLst>
          </p:cNvPr>
          <p:cNvSpPr>
            <a:spLocks noGrp="1"/>
          </p:cNvSpPr>
          <p:nvPr>
            <p:ph type="body" sz="quarter" idx="25" hasCustomPrompt="1"/>
          </p:nvPr>
        </p:nvSpPr>
        <p:spPr>
          <a:xfrm>
            <a:off x="4792853"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A0828D6F-D6E7-4E92-915F-5E89C830B0C5}"/>
              </a:ext>
            </a:extLst>
          </p:cNvPr>
          <p:cNvSpPr>
            <a:spLocks noGrp="1"/>
          </p:cNvSpPr>
          <p:nvPr>
            <p:ph type="body" sz="quarter" idx="26" hasCustomPrompt="1"/>
          </p:nvPr>
        </p:nvSpPr>
        <p:spPr>
          <a:xfrm>
            <a:off x="8715629" y="1828799"/>
            <a:ext cx="3107563" cy="5048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Picture Placeholder 16">
            <a:extLst>
              <a:ext uri="{FF2B5EF4-FFF2-40B4-BE49-F238E27FC236}">
                <a16:creationId xmlns:a16="http://schemas.microsoft.com/office/drawing/2014/main" id="{61B78E16-3C78-9C64-0825-69BE6AF14C55}"/>
              </a:ext>
            </a:extLst>
          </p:cNvPr>
          <p:cNvSpPr>
            <a:spLocks noGrp="1"/>
          </p:cNvSpPr>
          <p:nvPr>
            <p:ph type="pic" sz="quarter" idx="39" hasCustomPrompt="1"/>
          </p:nvPr>
        </p:nvSpPr>
        <p:spPr>
          <a:xfrm>
            <a:off x="365125" y="1828800"/>
            <a:ext cx="447007" cy="495222"/>
          </a:xfrm>
        </p:spPr>
        <p:txBody>
          <a:bodyPr anchor="ctr">
            <a:normAutofit/>
          </a:bodyPr>
          <a:lstStyle>
            <a:lvl1pPr marL="0" indent="0">
              <a:buNone/>
              <a:defRPr sz="1400"/>
            </a:lvl1pPr>
          </a:lstStyle>
          <a:p>
            <a:r>
              <a:rPr lang="en-US" dirty="0"/>
              <a:t>Icon</a:t>
            </a:r>
          </a:p>
        </p:txBody>
      </p:sp>
      <p:sp>
        <p:nvSpPr>
          <p:cNvPr id="12" name="Picture Placeholder 16">
            <a:extLst>
              <a:ext uri="{FF2B5EF4-FFF2-40B4-BE49-F238E27FC236}">
                <a16:creationId xmlns:a16="http://schemas.microsoft.com/office/drawing/2014/main" id="{138225F8-7446-6E20-77BC-4AC7A5AE445C}"/>
              </a:ext>
            </a:extLst>
          </p:cNvPr>
          <p:cNvSpPr>
            <a:spLocks noGrp="1"/>
          </p:cNvSpPr>
          <p:nvPr>
            <p:ph type="pic" sz="quarter" idx="41" hasCustomPrompt="1"/>
          </p:nvPr>
        </p:nvSpPr>
        <p:spPr>
          <a:xfrm>
            <a:off x="4288536" y="1828800"/>
            <a:ext cx="447007" cy="495222"/>
          </a:xfrm>
        </p:spPr>
        <p:txBody>
          <a:bodyPr anchor="ctr">
            <a:normAutofit/>
          </a:bodyPr>
          <a:lstStyle>
            <a:lvl1pPr marL="0" indent="0">
              <a:buNone/>
              <a:defRPr sz="1400"/>
            </a:lvl1pPr>
          </a:lstStyle>
          <a:p>
            <a:r>
              <a:rPr lang="en-US" dirty="0"/>
              <a:t>Icon</a:t>
            </a:r>
          </a:p>
        </p:txBody>
      </p:sp>
      <p:sp>
        <p:nvSpPr>
          <p:cNvPr id="13" name="Picture Placeholder 16">
            <a:extLst>
              <a:ext uri="{FF2B5EF4-FFF2-40B4-BE49-F238E27FC236}">
                <a16:creationId xmlns:a16="http://schemas.microsoft.com/office/drawing/2014/main" id="{AC7B56ED-862A-7ECA-8543-61DB81F8AC58}"/>
              </a:ext>
            </a:extLst>
          </p:cNvPr>
          <p:cNvSpPr>
            <a:spLocks noGrp="1"/>
          </p:cNvSpPr>
          <p:nvPr>
            <p:ph type="pic" sz="quarter" idx="43" hasCustomPrompt="1"/>
          </p:nvPr>
        </p:nvSpPr>
        <p:spPr>
          <a:xfrm>
            <a:off x="8211312" y="1828800"/>
            <a:ext cx="447007" cy="495222"/>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27377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x Content Option 1 with Imag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365125"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9" name="Text Placeholder 23">
            <a:extLst>
              <a:ext uri="{FF2B5EF4-FFF2-40B4-BE49-F238E27FC236}">
                <a16:creationId xmlns:a16="http://schemas.microsoft.com/office/drawing/2014/main" id="{CF9BD2AB-319C-56F6-7068-559A56457FE4}"/>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30" name="Text Placeholder 23">
            <a:extLst>
              <a:ext uri="{FF2B5EF4-FFF2-40B4-BE49-F238E27FC236}">
                <a16:creationId xmlns:a16="http://schemas.microsoft.com/office/drawing/2014/main" id="{4DC6CF48-B378-99AD-7C8F-7334F036A260}"/>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rm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365125"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13" name="Text Placeholder 23">
            <a:extLst>
              <a:ext uri="{FF2B5EF4-FFF2-40B4-BE49-F238E27FC236}">
                <a16:creationId xmlns:a16="http://schemas.microsoft.com/office/drawing/2014/main" id="{58E3DD6C-FD82-3AFF-16F7-B3FA316CC523}"/>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15" name="Text Placeholder 23">
            <a:extLst>
              <a:ext uri="{FF2B5EF4-FFF2-40B4-BE49-F238E27FC236}">
                <a16:creationId xmlns:a16="http://schemas.microsoft.com/office/drawing/2014/main" id="{23649147-3EEE-430F-99EE-0A0DBFC8A465}"/>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2401673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x Content with Image and ic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6004560" cy="180594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2795838"/>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6979920" y="365760"/>
            <a:ext cx="5212080" cy="18059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869125"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365760"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6" name="Content Placeholder 3">
            <a:extLst>
              <a:ext uri="{FF2B5EF4-FFF2-40B4-BE49-F238E27FC236}">
                <a16:creationId xmlns:a16="http://schemas.microsoft.com/office/drawing/2014/main" id="{12A084B9-7D39-7396-6EC5-F5A7101DA7F2}"/>
              </a:ext>
            </a:extLst>
          </p:cNvPr>
          <p:cNvSpPr>
            <a:spLocks noGrp="1"/>
          </p:cNvSpPr>
          <p:nvPr>
            <p:ph sz="half" idx="31" hasCustomPrompt="1"/>
          </p:nvPr>
        </p:nvSpPr>
        <p:spPr>
          <a:xfrm>
            <a:off x="4288536"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7" name="Content Placeholder 4">
            <a:extLst>
              <a:ext uri="{FF2B5EF4-FFF2-40B4-BE49-F238E27FC236}">
                <a16:creationId xmlns:a16="http://schemas.microsoft.com/office/drawing/2014/main" id="{E1910ABB-1FCE-94BB-AD02-2F4C4B198284}"/>
              </a:ext>
            </a:extLst>
          </p:cNvPr>
          <p:cNvSpPr>
            <a:spLocks noGrp="1"/>
          </p:cNvSpPr>
          <p:nvPr>
            <p:ph sz="quarter" idx="32" hasCustomPrompt="1"/>
          </p:nvPr>
        </p:nvSpPr>
        <p:spPr>
          <a:xfrm>
            <a:off x="8211312" y="4820025"/>
            <a:ext cx="3611880" cy="1247591"/>
          </a:xfrm>
        </p:spPr>
        <p:txBody>
          <a:bodyPr>
            <a:noAutofit/>
          </a:bodyPr>
          <a:lstStyle>
            <a:lvl1pPr marL="0" indent="0">
              <a:spcBef>
                <a:spcPts val="600"/>
              </a:spcBef>
              <a:buFontTx/>
              <a:buNone/>
              <a:defRPr sz="11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8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69125"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0" name="Text Placeholder 23">
            <a:extLst>
              <a:ext uri="{FF2B5EF4-FFF2-40B4-BE49-F238E27FC236}">
                <a16:creationId xmlns:a16="http://schemas.microsoft.com/office/drawing/2014/main" id="{F6335194-5809-B959-71C7-0A5D5F4C5383}"/>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1" name="Text Placeholder 23">
            <a:extLst>
              <a:ext uri="{FF2B5EF4-FFF2-40B4-BE49-F238E27FC236}">
                <a16:creationId xmlns:a16="http://schemas.microsoft.com/office/drawing/2014/main" id="{C88192B2-3D25-87E7-AC4D-4F6EBB3B928F}"/>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7" name="Picture Placeholder 16">
            <a:extLst>
              <a:ext uri="{FF2B5EF4-FFF2-40B4-BE49-F238E27FC236}">
                <a16:creationId xmlns:a16="http://schemas.microsoft.com/office/drawing/2014/main" id="{380A1048-C1FC-4ADD-FB84-F02090974481}"/>
              </a:ext>
            </a:extLst>
          </p:cNvPr>
          <p:cNvSpPr>
            <a:spLocks noGrp="1"/>
          </p:cNvSpPr>
          <p:nvPr>
            <p:ph type="pic" sz="quarter" idx="39" hasCustomPrompt="1"/>
          </p:nvPr>
        </p:nvSpPr>
        <p:spPr>
          <a:xfrm>
            <a:off x="365125" y="2365974"/>
            <a:ext cx="447007" cy="300179"/>
          </a:xfrm>
        </p:spPr>
        <p:txBody>
          <a:bodyPr anchor="ctr">
            <a:normAutofit/>
          </a:bodyPr>
          <a:lstStyle>
            <a:lvl1pPr marL="0" indent="0">
              <a:buNone/>
              <a:defRPr sz="1400"/>
            </a:lvl1pPr>
          </a:lstStyle>
          <a:p>
            <a:r>
              <a:rPr lang="en-US" dirty="0"/>
              <a:t>Icon</a:t>
            </a:r>
          </a:p>
        </p:txBody>
      </p:sp>
      <p:sp>
        <p:nvSpPr>
          <p:cNvPr id="18" name="Picture Placeholder 16">
            <a:extLst>
              <a:ext uri="{FF2B5EF4-FFF2-40B4-BE49-F238E27FC236}">
                <a16:creationId xmlns:a16="http://schemas.microsoft.com/office/drawing/2014/main" id="{54FA2183-1620-5C55-1993-4DE9F5DD39F6}"/>
              </a:ext>
            </a:extLst>
          </p:cNvPr>
          <p:cNvSpPr>
            <a:spLocks noGrp="1"/>
          </p:cNvSpPr>
          <p:nvPr>
            <p:ph type="pic" sz="quarter" idx="40" hasCustomPrompt="1"/>
          </p:nvPr>
        </p:nvSpPr>
        <p:spPr>
          <a:xfrm>
            <a:off x="365125" y="4389562"/>
            <a:ext cx="447007" cy="300179"/>
          </a:xfrm>
        </p:spPr>
        <p:txBody>
          <a:bodyPr anchor="ctr">
            <a:normAutofit/>
          </a:bodyPr>
          <a:lstStyle>
            <a:lvl1pPr marL="0" indent="0">
              <a:buNone/>
              <a:defRPr sz="1400"/>
            </a:lvl1pPr>
          </a:lstStyle>
          <a:p>
            <a:r>
              <a:rPr lang="en-US" dirty="0"/>
              <a:t>Icon</a:t>
            </a:r>
          </a:p>
        </p:txBody>
      </p:sp>
      <p:sp>
        <p:nvSpPr>
          <p:cNvPr id="19" name="Picture Placeholder 16">
            <a:extLst>
              <a:ext uri="{FF2B5EF4-FFF2-40B4-BE49-F238E27FC236}">
                <a16:creationId xmlns:a16="http://schemas.microsoft.com/office/drawing/2014/main" id="{ED2716BA-A975-D6E8-C17D-6D0650AED894}"/>
              </a:ext>
            </a:extLst>
          </p:cNvPr>
          <p:cNvSpPr>
            <a:spLocks noGrp="1"/>
          </p:cNvSpPr>
          <p:nvPr>
            <p:ph type="pic" sz="quarter" idx="41" hasCustomPrompt="1"/>
          </p:nvPr>
        </p:nvSpPr>
        <p:spPr>
          <a:xfrm>
            <a:off x="4288536" y="2365974"/>
            <a:ext cx="447007" cy="300179"/>
          </a:xfrm>
        </p:spPr>
        <p:txBody>
          <a:bodyPr anchor="ctr">
            <a:normAutofit/>
          </a:bodyPr>
          <a:lstStyle>
            <a:lvl1pPr marL="0" indent="0">
              <a:buNone/>
              <a:defRPr sz="1400"/>
            </a:lvl1pPr>
          </a:lstStyle>
          <a:p>
            <a:r>
              <a:rPr lang="en-US" dirty="0"/>
              <a:t>Icon</a:t>
            </a:r>
          </a:p>
        </p:txBody>
      </p:sp>
      <p:sp>
        <p:nvSpPr>
          <p:cNvPr id="20" name="Picture Placeholder 16">
            <a:extLst>
              <a:ext uri="{FF2B5EF4-FFF2-40B4-BE49-F238E27FC236}">
                <a16:creationId xmlns:a16="http://schemas.microsoft.com/office/drawing/2014/main" id="{B9F899F6-421E-4F71-9874-8C28C96AA6ED}"/>
              </a:ext>
            </a:extLst>
          </p:cNvPr>
          <p:cNvSpPr>
            <a:spLocks noGrp="1"/>
          </p:cNvSpPr>
          <p:nvPr>
            <p:ph type="pic" sz="quarter" idx="42" hasCustomPrompt="1"/>
          </p:nvPr>
        </p:nvSpPr>
        <p:spPr>
          <a:xfrm>
            <a:off x="4288536" y="4389562"/>
            <a:ext cx="447007" cy="300179"/>
          </a:xfrm>
        </p:spPr>
        <p:txBody>
          <a:bodyPr anchor="ctr">
            <a:normAutofit/>
          </a:bodyPr>
          <a:lstStyle>
            <a:lvl1pPr marL="0" indent="0">
              <a:buNone/>
              <a:defRPr sz="1400"/>
            </a:lvl1pPr>
          </a:lstStyle>
          <a:p>
            <a:r>
              <a:rPr lang="en-US" dirty="0"/>
              <a:t>Icon</a:t>
            </a:r>
          </a:p>
        </p:txBody>
      </p:sp>
      <p:sp>
        <p:nvSpPr>
          <p:cNvPr id="21" name="Picture Placeholder 16">
            <a:extLst>
              <a:ext uri="{FF2B5EF4-FFF2-40B4-BE49-F238E27FC236}">
                <a16:creationId xmlns:a16="http://schemas.microsoft.com/office/drawing/2014/main" id="{707BCBC9-213C-83B4-6A2F-C2F7553D0449}"/>
              </a:ext>
            </a:extLst>
          </p:cNvPr>
          <p:cNvSpPr>
            <a:spLocks noGrp="1"/>
          </p:cNvSpPr>
          <p:nvPr>
            <p:ph type="pic" sz="quarter" idx="43" hasCustomPrompt="1"/>
          </p:nvPr>
        </p:nvSpPr>
        <p:spPr>
          <a:xfrm>
            <a:off x="8211312" y="2365974"/>
            <a:ext cx="447007" cy="300179"/>
          </a:xfrm>
        </p:spPr>
        <p:txBody>
          <a:bodyPr anchor="ctr">
            <a:normAutofit/>
          </a:bodyPr>
          <a:lstStyle>
            <a:lvl1pPr marL="0" indent="0">
              <a:buNone/>
              <a:defRPr sz="1400"/>
            </a:lvl1pPr>
          </a:lstStyle>
          <a:p>
            <a:r>
              <a:rPr lang="en-US" dirty="0"/>
              <a:t>Icon</a:t>
            </a:r>
          </a:p>
        </p:txBody>
      </p:sp>
      <p:sp>
        <p:nvSpPr>
          <p:cNvPr id="22" name="Picture Placeholder 16">
            <a:extLst>
              <a:ext uri="{FF2B5EF4-FFF2-40B4-BE49-F238E27FC236}">
                <a16:creationId xmlns:a16="http://schemas.microsoft.com/office/drawing/2014/main" id="{D2DC9F7C-F193-02E0-9379-7A470BFE41A6}"/>
              </a:ext>
            </a:extLst>
          </p:cNvPr>
          <p:cNvSpPr>
            <a:spLocks noGrp="1"/>
          </p:cNvSpPr>
          <p:nvPr>
            <p:ph type="pic" sz="quarter" idx="44" hasCustomPrompt="1"/>
          </p:nvPr>
        </p:nvSpPr>
        <p:spPr>
          <a:xfrm>
            <a:off x="8211312" y="4389562"/>
            <a:ext cx="447007" cy="300179"/>
          </a:xfrm>
        </p:spPr>
        <p:txBody>
          <a:bodyPr anchor="ctr">
            <a:normAutofit/>
          </a:bodyPr>
          <a:lstStyle>
            <a:lvl1pPr marL="0" indent="0">
              <a:buNone/>
              <a:defRPr sz="1400"/>
            </a:lvl1pPr>
          </a:lstStyle>
          <a:p>
            <a:r>
              <a:rPr lang="en-US" dirty="0"/>
              <a:t>Icon</a:t>
            </a:r>
          </a:p>
        </p:txBody>
      </p:sp>
    </p:spTree>
    <p:extLst>
      <p:ext uri="{BB962C8B-B14F-4D97-AF65-F5344CB8AC3E}">
        <p14:creationId xmlns:p14="http://schemas.microsoft.com/office/powerpoint/2010/main" val="1779069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x Content Option 2 with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365125" y="2152592"/>
            <a:ext cx="3611563" cy="2667433"/>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3610928" cy="1666322"/>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4288219"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791584"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8" name="Text Placeholder 23">
            <a:extLst>
              <a:ext uri="{FF2B5EF4-FFF2-40B4-BE49-F238E27FC236}">
                <a16:creationId xmlns:a16="http://schemas.microsoft.com/office/drawing/2014/main" id="{94C1C36B-116A-E547-B1F9-E6CEB683C177}"/>
              </a:ext>
            </a:extLst>
          </p:cNvPr>
          <p:cNvSpPr>
            <a:spLocks noGrp="1"/>
          </p:cNvSpPr>
          <p:nvPr>
            <p:ph type="body" sz="quarter" idx="27" hasCustomPrompt="1"/>
          </p:nvPr>
        </p:nvSpPr>
        <p:spPr>
          <a:xfrm>
            <a:off x="4287584"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5" name="Content Placeholder 2">
            <a:extLst>
              <a:ext uri="{FF2B5EF4-FFF2-40B4-BE49-F238E27FC236}">
                <a16:creationId xmlns:a16="http://schemas.microsoft.com/office/drawing/2014/main" id="{A0466422-2C7B-8C30-E0E9-A0DEA37FEFB5}"/>
              </a:ext>
            </a:extLst>
          </p:cNvPr>
          <p:cNvSpPr>
            <a:spLocks noGrp="1"/>
          </p:cNvSpPr>
          <p:nvPr>
            <p:ph sz="half" idx="30" hasCustomPrompt="1"/>
          </p:nvPr>
        </p:nvSpPr>
        <p:spPr>
          <a:xfrm>
            <a:off x="8210043" y="784491"/>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9" name="Text Placeholder 23">
            <a:extLst>
              <a:ext uri="{FF2B5EF4-FFF2-40B4-BE49-F238E27FC236}">
                <a16:creationId xmlns:a16="http://schemas.microsoft.com/office/drawing/2014/main" id="{A5B42989-FE18-8BA0-B680-5557EFACA3AC}"/>
              </a:ext>
            </a:extLst>
          </p:cNvPr>
          <p:cNvSpPr>
            <a:spLocks noGrp="1"/>
          </p:cNvSpPr>
          <p:nvPr>
            <p:ph type="body" sz="quarter" idx="33" hasCustomPrompt="1"/>
          </p:nvPr>
        </p:nvSpPr>
        <p:spPr>
          <a:xfrm>
            <a:off x="8713408" y="348207"/>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12" name="Text Placeholder 23">
            <a:extLst>
              <a:ext uri="{FF2B5EF4-FFF2-40B4-BE49-F238E27FC236}">
                <a16:creationId xmlns:a16="http://schemas.microsoft.com/office/drawing/2014/main" id="{D1C58A3A-A744-D50F-0853-86EDAA885E05}"/>
              </a:ext>
            </a:extLst>
          </p:cNvPr>
          <p:cNvSpPr>
            <a:spLocks noGrp="1"/>
          </p:cNvSpPr>
          <p:nvPr>
            <p:ph type="body" sz="quarter" idx="36" hasCustomPrompt="1"/>
          </p:nvPr>
        </p:nvSpPr>
        <p:spPr>
          <a:xfrm>
            <a:off x="8209408" y="348207"/>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7" name="Content Placeholder 2">
            <a:extLst>
              <a:ext uri="{FF2B5EF4-FFF2-40B4-BE49-F238E27FC236}">
                <a16:creationId xmlns:a16="http://schemas.microsoft.com/office/drawing/2014/main" id="{639B018B-5E8C-8C9B-56EB-C4889C580F2A}"/>
              </a:ext>
            </a:extLst>
          </p:cNvPr>
          <p:cNvSpPr>
            <a:spLocks noGrp="1"/>
          </p:cNvSpPr>
          <p:nvPr>
            <p:ph sz="half" idx="23" hasCustomPrompt="1"/>
          </p:nvPr>
        </p:nvSpPr>
        <p:spPr>
          <a:xfrm>
            <a:off x="365760" y="5141343"/>
            <a:ext cx="3610928" cy="939417"/>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6" name="Content Placeholder 3">
            <a:extLst>
              <a:ext uri="{FF2B5EF4-FFF2-40B4-BE49-F238E27FC236}">
                <a16:creationId xmlns:a16="http://schemas.microsoft.com/office/drawing/2014/main" id="{1B33AFAD-A4EB-49F1-FA0B-3BC36381E2E2}"/>
              </a:ext>
            </a:extLst>
          </p:cNvPr>
          <p:cNvSpPr>
            <a:spLocks noGrp="1"/>
          </p:cNvSpPr>
          <p:nvPr>
            <p:ph sz="half" idx="2" hasCustomPrompt="1"/>
          </p:nvPr>
        </p:nvSpPr>
        <p:spPr>
          <a:xfrm>
            <a:off x="4288536"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8" name="Content Placeholder 4">
            <a:extLst>
              <a:ext uri="{FF2B5EF4-FFF2-40B4-BE49-F238E27FC236}">
                <a16:creationId xmlns:a16="http://schemas.microsoft.com/office/drawing/2014/main" id="{A2DBAEA1-ED53-B3D6-FEB4-AB47BC097A03}"/>
              </a:ext>
            </a:extLst>
          </p:cNvPr>
          <p:cNvSpPr>
            <a:spLocks noGrp="1"/>
          </p:cNvSpPr>
          <p:nvPr>
            <p:ph sz="quarter" idx="13" hasCustomPrompt="1"/>
          </p:nvPr>
        </p:nvSpPr>
        <p:spPr>
          <a:xfrm>
            <a:off x="8211312" y="2795838"/>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19" name="Text Placeholder 23">
            <a:extLst>
              <a:ext uri="{FF2B5EF4-FFF2-40B4-BE49-F238E27FC236}">
                <a16:creationId xmlns:a16="http://schemas.microsoft.com/office/drawing/2014/main" id="{D33A3B40-4ABF-956B-C824-61918CF79C67}"/>
              </a:ext>
            </a:extLst>
          </p:cNvPr>
          <p:cNvSpPr>
            <a:spLocks noGrp="1"/>
          </p:cNvSpPr>
          <p:nvPr>
            <p:ph type="body" sz="quarter" idx="25" hasCustomPrompt="1"/>
          </p:nvPr>
        </p:nvSpPr>
        <p:spPr>
          <a:xfrm>
            <a:off x="4792853"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0" name="Text Placeholder 23">
            <a:extLst>
              <a:ext uri="{FF2B5EF4-FFF2-40B4-BE49-F238E27FC236}">
                <a16:creationId xmlns:a16="http://schemas.microsoft.com/office/drawing/2014/main" id="{49690F7B-7ED1-10C6-2EDA-D075B5A17090}"/>
              </a:ext>
            </a:extLst>
          </p:cNvPr>
          <p:cNvSpPr>
            <a:spLocks noGrp="1"/>
          </p:cNvSpPr>
          <p:nvPr>
            <p:ph type="body" sz="quarter" idx="26" hasCustomPrompt="1"/>
          </p:nvPr>
        </p:nvSpPr>
        <p:spPr>
          <a:xfrm>
            <a:off x="8715629" y="2365974"/>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21" name="Text Placeholder 23">
            <a:extLst>
              <a:ext uri="{FF2B5EF4-FFF2-40B4-BE49-F238E27FC236}">
                <a16:creationId xmlns:a16="http://schemas.microsoft.com/office/drawing/2014/main" id="{110E2AA8-1F77-469B-EAA2-3860BF5BF66D}"/>
              </a:ext>
            </a:extLst>
          </p:cNvPr>
          <p:cNvSpPr>
            <a:spLocks noGrp="1"/>
          </p:cNvSpPr>
          <p:nvPr>
            <p:ph type="body" sz="quarter" idx="28" hasCustomPrompt="1"/>
          </p:nvPr>
        </p:nvSpPr>
        <p:spPr>
          <a:xfrm>
            <a:off x="4288853"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
        <p:nvSpPr>
          <p:cNvPr id="22" name="Text Placeholder 23">
            <a:extLst>
              <a:ext uri="{FF2B5EF4-FFF2-40B4-BE49-F238E27FC236}">
                <a16:creationId xmlns:a16="http://schemas.microsoft.com/office/drawing/2014/main" id="{3C03FAAB-5B93-B783-559B-A4C916B89129}"/>
              </a:ext>
            </a:extLst>
          </p:cNvPr>
          <p:cNvSpPr>
            <a:spLocks noGrp="1"/>
          </p:cNvSpPr>
          <p:nvPr>
            <p:ph type="body" sz="quarter" idx="29" hasCustomPrompt="1"/>
          </p:nvPr>
        </p:nvSpPr>
        <p:spPr>
          <a:xfrm>
            <a:off x="8211629" y="2365974"/>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04</a:t>
            </a:r>
          </a:p>
        </p:txBody>
      </p:sp>
      <p:sp>
        <p:nvSpPr>
          <p:cNvPr id="23" name="Content Placeholder 3">
            <a:extLst>
              <a:ext uri="{FF2B5EF4-FFF2-40B4-BE49-F238E27FC236}">
                <a16:creationId xmlns:a16="http://schemas.microsoft.com/office/drawing/2014/main" id="{30DACC41-1F51-6B32-34CA-D3158A3C2CF3}"/>
              </a:ext>
            </a:extLst>
          </p:cNvPr>
          <p:cNvSpPr>
            <a:spLocks noGrp="1"/>
          </p:cNvSpPr>
          <p:nvPr>
            <p:ph sz="half" idx="31" hasCustomPrompt="1"/>
          </p:nvPr>
        </p:nvSpPr>
        <p:spPr>
          <a:xfrm>
            <a:off x="4288536"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5" name="Content Placeholder 4">
            <a:extLst>
              <a:ext uri="{FF2B5EF4-FFF2-40B4-BE49-F238E27FC236}">
                <a16:creationId xmlns:a16="http://schemas.microsoft.com/office/drawing/2014/main" id="{038201DA-1344-64B9-43BE-6A4CE8AAD2DF}"/>
              </a:ext>
            </a:extLst>
          </p:cNvPr>
          <p:cNvSpPr>
            <a:spLocks noGrp="1"/>
          </p:cNvSpPr>
          <p:nvPr>
            <p:ph sz="quarter" idx="32" hasCustomPrompt="1"/>
          </p:nvPr>
        </p:nvSpPr>
        <p:spPr>
          <a:xfrm>
            <a:off x="8211312" y="4820025"/>
            <a:ext cx="3611880" cy="124759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6 lines.</a:t>
            </a:r>
          </a:p>
        </p:txBody>
      </p:sp>
      <p:sp>
        <p:nvSpPr>
          <p:cNvPr id="31" name="Text Placeholder 23">
            <a:extLst>
              <a:ext uri="{FF2B5EF4-FFF2-40B4-BE49-F238E27FC236}">
                <a16:creationId xmlns:a16="http://schemas.microsoft.com/office/drawing/2014/main" id="{70406086-1ED9-4995-A7E9-28C1B8E27D1C}"/>
              </a:ext>
            </a:extLst>
          </p:cNvPr>
          <p:cNvSpPr>
            <a:spLocks noGrp="1"/>
          </p:cNvSpPr>
          <p:nvPr>
            <p:ph type="body" sz="quarter" idx="34" hasCustomPrompt="1"/>
          </p:nvPr>
        </p:nvSpPr>
        <p:spPr>
          <a:xfrm>
            <a:off x="4792853"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2" name="Text Placeholder 23">
            <a:extLst>
              <a:ext uri="{FF2B5EF4-FFF2-40B4-BE49-F238E27FC236}">
                <a16:creationId xmlns:a16="http://schemas.microsoft.com/office/drawing/2014/main" id="{11B0B266-8EA5-E731-EE20-E22F64B00323}"/>
              </a:ext>
            </a:extLst>
          </p:cNvPr>
          <p:cNvSpPr>
            <a:spLocks noGrp="1"/>
          </p:cNvSpPr>
          <p:nvPr>
            <p:ph type="body" sz="quarter" idx="35" hasCustomPrompt="1"/>
          </p:nvPr>
        </p:nvSpPr>
        <p:spPr>
          <a:xfrm>
            <a:off x="8715629" y="4383741"/>
            <a:ext cx="3107563" cy="306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here</a:t>
            </a:r>
          </a:p>
        </p:txBody>
      </p:sp>
      <p:sp>
        <p:nvSpPr>
          <p:cNvPr id="33" name="Text Placeholder 23">
            <a:extLst>
              <a:ext uri="{FF2B5EF4-FFF2-40B4-BE49-F238E27FC236}">
                <a16:creationId xmlns:a16="http://schemas.microsoft.com/office/drawing/2014/main" id="{BE6D882F-17DC-A6AF-28B7-C461192641AB}"/>
              </a:ext>
            </a:extLst>
          </p:cNvPr>
          <p:cNvSpPr>
            <a:spLocks noGrp="1"/>
          </p:cNvSpPr>
          <p:nvPr>
            <p:ph type="body" sz="quarter" idx="37" hasCustomPrompt="1"/>
          </p:nvPr>
        </p:nvSpPr>
        <p:spPr>
          <a:xfrm>
            <a:off x="4288853"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05</a:t>
            </a:r>
          </a:p>
        </p:txBody>
      </p:sp>
      <p:sp>
        <p:nvSpPr>
          <p:cNvPr id="34" name="Text Placeholder 23">
            <a:extLst>
              <a:ext uri="{FF2B5EF4-FFF2-40B4-BE49-F238E27FC236}">
                <a16:creationId xmlns:a16="http://schemas.microsoft.com/office/drawing/2014/main" id="{F0B400B6-1A75-254F-AE04-7E7351E53046}"/>
              </a:ext>
            </a:extLst>
          </p:cNvPr>
          <p:cNvSpPr>
            <a:spLocks noGrp="1"/>
          </p:cNvSpPr>
          <p:nvPr>
            <p:ph type="body" sz="quarter" idx="38" hasCustomPrompt="1"/>
          </p:nvPr>
        </p:nvSpPr>
        <p:spPr>
          <a:xfrm>
            <a:off x="8211629" y="4383741"/>
            <a:ext cx="504000" cy="306000"/>
          </a:xfrm>
        </p:spPr>
        <p:txBody>
          <a:bodyPr>
            <a:noAutofit/>
          </a:bodyPr>
          <a:lstStyle>
            <a:lvl1pPr marL="0" indent="0">
              <a:buFontTx/>
              <a:buNone/>
              <a:defRPr sz="24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06</a:t>
            </a:r>
          </a:p>
        </p:txBody>
      </p:sp>
    </p:spTree>
    <p:extLst>
      <p:ext uri="{BB962C8B-B14F-4D97-AF65-F5344CB8AC3E}">
        <p14:creationId xmlns:p14="http://schemas.microsoft.com/office/powerpoint/2010/main" val="3207281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x Content Option 3 with Image">
    <p:spTree>
      <p:nvGrpSpPr>
        <p:cNvPr id="1" name=""/>
        <p:cNvGrpSpPr/>
        <p:nvPr/>
      </p:nvGrpSpPr>
      <p:grpSpPr>
        <a:xfrm>
          <a:off x="0" y="0"/>
          <a:ext cx="0" cy="0"/>
          <a:chOff x="0" y="0"/>
          <a:chExt cx="0" cy="0"/>
        </a:xfrm>
      </p:grpSpPr>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0"/>
            <a:ext cx="3004008" cy="3711295"/>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599920"/>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2401325"/>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1746007"/>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516582" cy="914400"/>
          </a:xfrm>
        </p:spPr>
        <p:txBody>
          <a:bodyPr/>
          <a:lstStyle>
            <a:lvl1pPr>
              <a:defRPr>
                <a:latin typeface="Aptos Light" panose="020B0004020202020204" pitchFamily="34" charset="0"/>
              </a:defRPr>
            </a:lvl1pPr>
          </a:lstStyle>
          <a:p>
            <a:r>
              <a:rPr lang="en-US" dirty="0"/>
              <a:t>[Slide title]</a:t>
            </a:r>
          </a:p>
        </p:txBody>
      </p:sp>
      <p:sp>
        <p:nvSpPr>
          <p:cNvPr id="17" name="Rectangle">
            <a:extLst>
              <a:ext uri="{FF2B5EF4-FFF2-40B4-BE49-F238E27FC236}">
                <a16:creationId xmlns:a16="http://schemas.microsoft.com/office/drawing/2014/main" id="{1186DDA3-3539-99BA-DCB8-06CE419870BB}"/>
              </a:ext>
            </a:extLst>
          </p:cNvPr>
          <p:cNvSpPr/>
          <p:nvPr userDrawn="1"/>
        </p:nvSpPr>
        <p:spPr>
          <a:xfrm>
            <a:off x="365125"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8" name="Rectangle">
            <a:extLst>
              <a:ext uri="{FF2B5EF4-FFF2-40B4-BE49-F238E27FC236}">
                <a16:creationId xmlns:a16="http://schemas.microsoft.com/office/drawing/2014/main" id="{98555F8E-33CE-98B8-F44B-3536FA5F524C}"/>
              </a:ext>
            </a:extLst>
          </p:cNvPr>
          <p:cNvSpPr/>
          <p:nvPr userDrawn="1"/>
        </p:nvSpPr>
        <p:spPr>
          <a:xfrm>
            <a:off x="3306292" y="3971925"/>
            <a:ext cx="2635200" cy="2111375"/>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9" name="Rectangle">
            <a:extLst>
              <a:ext uri="{FF2B5EF4-FFF2-40B4-BE49-F238E27FC236}">
                <a16:creationId xmlns:a16="http://schemas.microsoft.com/office/drawing/2014/main" id="{186A83F0-B6B6-9B4A-724E-BA028AC2207C}"/>
              </a:ext>
            </a:extLst>
          </p:cNvPr>
          <p:cNvSpPr/>
          <p:nvPr userDrawn="1"/>
        </p:nvSpPr>
        <p:spPr>
          <a:xfrm>
            <a:off x="6247142" y="3971925"/>
            <a:ext cx="5944858" cy="2111375"/>
          </a:xfrm>
          <a:prstGeom prst="rect">
            <a:avLst/>
          </a:prstGeom>
          <a:solidFill>
            <a:schemeClr val="accent4"/>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0" name="Content Placeholder 2">
            <a:extLst>
              <a:ext uri="{FF2B5EF4-FFF2-40B4-BE49-F238E27FC236}">
                <a16:creationId xmlns:a16="http://schemas.microsoft.com/office/drawing/2014/main" id="{A361D126-CF07-E843-3D67-CA426A50B0FD}"/>
              </a:ext>
            </a:extLst>
          </p:cNvPr>
          <p:cNvSpPr>
            <a:spLocks noGrp="1"/>
          </p:cNvSpPr>
          <p:nvPr>
            <p:ph sz="half" idx="27" hasCustomPrompt="1"/>
          </p:nvPr>
        </p:nvSpPr>
        <p:spPr>
          <a:xfrm>
            <a:off x="512725"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1" name="Content Placeholder 3">
            <a:extLst>
              <a:ext uri="{FF2B5EF4-FFF2-40B4-BE49-F238E27FC236}">
                <a16:creationId xmlns:a16="http://schemas.microsoft.com/office/drawing/2014/main" id="{325EAC39-63F9-4400-D866-0C2C49BA3393}"/>
              </a:ext>
            </a:extLst>
          </p:cNvPr>
          <p:cNvSpPr>
            <a:spLocks noGrp="1"/>
          </p:cNvSpPr>
          <p:nvPr>
            <p:ph sz="half" idx="28" hasCustomPrompt="1"/>
          </p:nvPr>
        </p:nvSpPr>
        <p:spPr>
          <a:xfrm>
            <a:off x="3453892" y="4773331"/>
            <a:ext cx="2340000" cy="1188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4">
            <a:extLst>
              <a:ext uri="{FF2B5EF4-FFF2-40B4-BE49-F238E27FC236}">
                <a16:creationId xmlns:a16="http://schemas.microsoft.com/office/drawing/2014/main" id="{506EC894-FC99-C66D-B08B-ECB0ACE8D739}"/>
              </a:ext>
            </a:extLst>
          </p:cNvPr>
          <p:cNvSpPr>
            <a:spLocks noGrp="1"/>
          </p:cNvSpPr>
          <p:nvPr>
            <p:ph sz="quarter" idx="29" hasCustomPrompt="1"/>
          </p:nvPr>
        </p:nvSpPr>
        <p:spPr>
          <a:xfrm>
            <a:off x="6394742" y="4536818"/>
            <a:ext cx="5428450" cy="1424513"/>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Text Placeholder 23">
            <a:extLst>
              <a:ext uri="{FF2B5EF4-FFF2-40B4-BE49-F238E27FC236}">
                <a16:creationId xmlns:a16="http://schemas.microsoft.com/office/drawing/2014/main" id="{47FF4D12-95F4-BAA1-DAAF-103AEB1C9998}"/>
              </a:ext>
            </a:extLst>
          </p:cNvPr>
          <p:cNvSpPr>
            <a:spLocks noGrp="1"/>
          </p:cNvSpPr>
          <p:nvPr>
            <p:ph type="body" sz="quarter" idx="30" hasCustomPrompt="1"/>
          </p:nvPr>
        </p:nvSpPr>
        <p:spPr>
          <a:xfrm>
            <a:off x="512725"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5" name="Text Placeholder 23">
            <a:extLst>
              <a:ext uri="{FF2B5EF4-FFF2-40B4-BE49-F238E27FC236}">
                <a16:creationId xmlns:a16="http://schemas.microsoft.com/office/drawing/2014/main" id="{D2062F39-7727-4616-0E65-483A0B938020}"/>
              </a:ext>
            </a:extLst>
          </p:cNvPr>
          <p:cNvSpPr>
            <a:spLocks noGrp="1"/>
          </p:cNvSpPr>
          <p:nvPr>
            <p:ph type="body" sz="quarter" idx="31" hasCustomPrompt="1"/>
          </p:nvPr>
        </p:nvSpPr>
        <p:spPr>
          <a:xfrm>
            <a:off x="3453892" y="4118012"/>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79BC8676-BC4E-0AF1-4392-AC7DADEDD491}"/>
              </a:ext>
            </a:extLst>
          </p:cNvPr>
          <p:cNvSpPr>
            <a:spLocks noGrp="1"/>
          </p:cNvSpPr>
          <p:nvPr>
            <p:ph type="body" sz="quarter" idx="32" hasCustomPrompt="1"/>
          </p:nvPr>
        </p:nvSpPr>
        <p:spPr>
          <a:xfrm>
            <a:off x="6394742" y="4118012"/>
            <a:ext cx="5428450" cy="272719"/>
          </a:xfrm>
        </p:spPr>
        <p:txBody>
          <a:bodyPr>
            <a:noAutofit/>
          </a:bodyPr>
          <a:lstStyle>
            <a:lvl1pPr marL="0" indent="0">
              <a:buFontTx/>
              <a:buNone/>
              <a:defRPr sz="1600" b="1">
                <a:solidFill>
                  <a:schemeClr val="bg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Tree>
    <p:extLst>
      <p:ext uri="{BB962C8B-B14F-4D97-AF65-F5344CB8AC3E}">
        <p14:creationId xmlns:p14="http://schemas.microsoft.com/office/powerpoint/2010/main" val="2565329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1039247"/>
            <a:ext cx="0" cy="3564502"/>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778422"/>
            <a:ext cx="5184775" cy="2651063"/>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778422"/>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dirty="0"/>
              <a:t>Heading</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778422"/>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4724400"/>
            <a:ext cx="4819015" cy="1116682"/>
          </a:xfrm>
        </p:spPr>
        <p:txBody>
          <a:bodyPr>
            <a:noAutofit/>
          </a:bodyPr>
          <a:lstStyle>
            <a:lvl1pPr marL="0" indent="0">
              <a:buFontTx/>
              <a:buNone/>
              <a:defRPr sz="20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3191085"/>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3191085"/>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673101"/>
          </a:xfrm>
          <a:solidFill>
            <a:schemeClr val="bg1"/>
          </a:solidFill>
        </p:spPr>
        <p:txBody>
          <a:bodyPr>
            <a:noAutofit/>
          </a:bodyPr>
          <a:lstStyle>
            <a:lvl1pPr marL="0" indent="0">
              <a:buFontTx/>
              <a:buNone/>
              <a:defRPr sz="1200" b="1" baseline="0">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5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603749"/>
            <a:ext cx="5393499" cy="1238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603749"/>
            <a:ext cx="575311" cy="673101"/>
          </a:xfrm>
          <a:solidFill>
            <a:schemeClr val="bg1"/>
          </a:solidFill>
        </p:spPr>
        <p:txBody>
          <a:bodyPr>
            <a:noAutofit/>
          </a:bodyPr>
          <a:lstStyle>
            <a:lvl1pPr marL="0" indent="0">
              <a:buFontTx/>
              <a:buNone/>
              <a:defRPr sz="1200" b="1">
                <a:solidFill>
                  <a:schemeClr val="tx2"/>
                </a:solidFill>
              </a:defRPr>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Heading</a:t>
            </a:r>
          </a:p>
        </p:txBody>
      </p:sp>
    </p:spTree>
    <p:extLst>
      <p:ext uri="{BB962C8B-B14F-4D97-AF65-F5344CB8AC3E}">
        <p14:creationId xmlns:p14="http://schemas.microsoft.com/office/powerpoint/2010/main" val="2104933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3165153"/>
            <a:ext cx="5944858" cy="3108647"/>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247142" y="799261"/>
            <a:ext cx="5575415"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247142" y="365760"/>
            <a:ext cx="5575415"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3863136"/>
            <a:ext cx="5280850" cy="223159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635"/>
            <a:ext cx="5280850" cy="297814"/>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Tree>
    <p:extLst>
      <p:ext uri="{BB962C8B-B14F-4D97-AF65-F5344CB8AC3E}">
        <p14:creationId xmlns:p14="http://schemas.microsoft.com/office/powerpoint/2010/main" val="137124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stimonials 6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0" name="TextBox 19">
            <a:extLst>
              <a:ext uri="{FF2B5EF4-FFF2-40B4-BE49-F238E27FC236}">
                <a16:creationId xmlns:a16="http://schemas.microsoft.com/office/drawing/2014/main" id="{E2A18ECA-096F-12EA-E765-E85D73EDE84A}"/>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
        <p:nvSpPr>
          <p:cNvPr id="22" name="Rectangle">
            <a:extLst>
              <a:ext uri="{FF2B5EF4-FFF2-40B4-BE49-F238E27FC236}">
                <a16:creationId xmlns:a16="http://schemas.microsoft.com/office/drawing/2014/main" id="{880FD6A8-86F5-4854-EAFA-350C3EB8E2F9}"/>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A334AA0B-A7C6-92A2-58EE-1C6C680A68FB}"/>
              </a:ext>
            </a:extLst>
          </p:cNvPr>
          <p:cNvSpPr>
            <a:spLocks noGrp="1"/>
          </p:cNvSpPr>
          <p:nvPr>
            <p:ph type="body" sz="quarter" idx="44"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6D9FF039-83F1-DFBE-CBB0-54F01E2B52EA}"/>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 Placeholder 23">
            <a:extLst>
              <a:ext uri="{FF2B5EF4-FFF2-40B4-BE49-F238E27FC236}">
                <a16:creationId xmlns:a16="http://schemas.microsoft.com/office/drawing/2014/main" id="{5DD83270-DCC7-E784-B281-A24D08A3AAFD}"/>
              </a:ext>
            </a:extLst>
          </p:cNvPr>
          <p:cNvSpPr>
            <a:spLocks noGrp="1"/>
          </p:cNvSpPr>
          <p:nvPr>
            <p:ph type="body" sz="quarter" idx="45"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6" name="Rectangle">
            <a:extLst>
              <a:ext uri="{FF2B5EF4-FFF2-40B4-BE49-F238E27FC236}">
                <a16:creationId xmlns:a16="http://schemas.microsoft.com/office/drawing/2014/main" id="{A351233C-7AC9-22AB-7DC5-7F8FA8BCC2D2}"/>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C6866CBA-3FF4-D479-8AD8-CC7FF31C2A14}"/>
              </a:ext>
            </a:extLst>
          </p:cNvPr>
          <p:cNvSpPr>
            <a:spLocks noGrp="1"/>
          </p:cNvSpPr>
          <p:nvPr>
            <p:ph type="body" sz="quarter" idx="46"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3" name="Rectangle">
            <a:extLst>
              <a:ext uri="{FF2B5EF4-FFF2-40B4-BE49-F238E27FC236}">
                <a16:creationId xmlns:a16="http://schemas.microsoft.com/office/drawing/2014/main" id="{83B3C0B8-EEA2-E9A7-0F6E-73475AEC8777}"/>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4" name="Text Placeholder 23">
            <a:extLst>
              <a:ext uri="{FF2B5EF4-FFF2-40B4-BE49-F238E27FC236}">
                <a16:creationId xmlns:a16="http://schemas.microsoft.com/office/drawing/2014/main" id="{56EC89B8-B15F-EC63-C419-38EEAB4B2A9E}"/>
              </a:ext>
            </a:extLst>
          </p:cNvPr>
          <p:cNvSpPr>
            <a:spLocks noGrp="1"/>
          </p:cNvSpPr>
          <p:nvPr>
            <p:ph type="body" sz="quarter" idx="47"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2A6B7AB4-0108-8F5A-8782-5F7CA4E96FDB}"/>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A821A844-631C-0DB4-7291-2E4AE6A9CA9E}"/>
              </a:ext>
            </a:extLst>
          </p:cNvPr>
          <p:cNvSpPr>
            <a:spLocks noGrp="1"/>
          </p:cNvSpPr>
          <p:nvPr>
            <p:ph type="body" sz="quarter" idx="48"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BE04BED7-224E-D08F-016E-3ED596321267}"/>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Tree>
    <p:extLst>
      <p:ext uri="{BB962C8B-B14F-4D97-AF65-F5344CB8AC3E}">
        <p14:creationId xmlns:p14="http://schemas.microsoft.com/office/powerpoint/2010/main" val="270973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stimonials 6 content with Image">
    <p:spTree>
      <p:nvGrpSpPr>
        <p:cNvPr id="1" name=""/>
        <p:cNvGrpSpPr/>
        <p:nvPr/>
      </p:nvGrpSpPr>
      <p:grpSpPr>
        <a:xfrm>
          <a:off x="0" y="0"/>
          <a:ext cx="0" cy="0"/>
          <a:chOff x="0" y="0"/>
          <a:chExt cx="0" cy="0"/>
        </a:xfrm>
      </p:grpSpPr>
      <p:sp>
        <p:nvSpPr>
          <p:cNvPr id="3" name="Text Placeholder 23">
            <a:extLst>
              <a:ext uri="{FF2B5EF4-FFF2-40B4-BE49-F238E27FC236}">
                <a16:creationId xmlns:a16="http://schemas.microsoft.com/office/drawing/2014/main" id="{06771021-C81F-75A4-2E42-A0E1FED5C148}"/>
              </a:ext>
            </a:extLst>
          </p:cNvPr>
          <p:cNvSpPr>
            <a:spLocks noGrp="1"/>
          </p:cNvSpPr>
          <p:nvPr>
            <p:ph type="body" sz="quarter" idx="33" hasCustomPrompt="1"/>
          </p:nvPr>
        </p:nvSpPr>
        <p:spPr>
          <a:xfrm>
            <a:off x="1950657"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67F658E4-EA07-13F9-0DB1-91E2D49907AD}"/>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BFED2B1C-01F6-4490-8C6C-C9FE0747A835}"/>
              </a:ext>
            </a:extLst>
          </p:cNvPr>
          <p:cNvSpPr>
            <a:spLocks noGrp="1"/>
          </p:cNvSpPr>
          <p:nvPr>
            <p:ph type="body" sz="quarter" idx="50" hasCustomPrompt="1"/>
          </p:nvPr>
        </p:nvSpPr>
        <p:spPr>
          <a:xfrm>
            <a:off x="5474816"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CDCB488C-D81B-2629-FA36-F0358E12703E}"/>
              </a:ext>
            </a:extLst>
          </p:cNvPr>
          <p:cNvSpPr/>
          <p:nvPr userDrawn="1"/>
        </p:nvSpPr>
        <p:spPr>
          <a:xfrm>
            <a:off x="5456483"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2081A805-B455-ADCE-CEFF-CA9024A1BFD8}"/>
              </a:ext>
            </a:extLst>
          </p:cNvPr>
          <p:cNvSpPr>
            <a:spLocks noGrp="1"/>
          </p:cNvSpPr>
          <p:nvPr>
            <p:ph type="body" sz="quarter" idx="51" hasCustomPrompt="1"/>
          </p:nvPr>
        </p:nvSpPr>
        <p:spPr>
          <a:xfrm>
            <a:off x="8980641" y="3439474"/>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5" name="Rectangle">
            <a:extLst>
              <a:ext uri="{FF2B5EF4-FFF2-40B4-BE49-F238E27FC236}">
                <a16:creationId xmlns:a16="http://schemas.microsoft.com/office/drawing/2014/main" id="{064D0815-79F1-8213-589E-7C8395E26018}"/>
              </a:ext>
            </a:extLst>
          </p:cNvPr>
          <p:cNvSpPr/>
          <p:nvPr userDrawn="1"/>
        </p:nvSpPr>
        <p:spPr>
          <a:xfrm>
            <a:off x="896230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6" name="Text Placeholder 23">
            <a:extLst>
              <a:ext uri="{FF2B5EF4-FFF2-40B4-BE49-F238E27FC236}">
                <a16:creationId xmlns:a16="http://schemas.microsoft.com/office/drawing/2014/main" id="{C59014A0-4862-8320-9345-1457F50DBB72}"/>
              </a:ext>
            </a:extLst>
          </p:cNvPr>
          <p:cNvSpPr>
            <a:spLocks noGrp="1"/>
          </p:cNvSpPr>
          <p:nvPr>
            <p:ph type="body" sz="quarter" idx="52" hasCustomPrompt="1"/>
          </p:nvPr>
        </p:nvSpPr>
        <p:spPr>
          <a:xfrm>
            <a:off x="1950657"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7" name="Rectangle">
            <a:extLst>
              <a:ext uri="{FF2B5EF4-FFF2-40B4-BE49-F238E27FC236}">
                <a16:creationId xmlns:a16="http://schemas.microsoft.com/office/drawing/2014/main" id="{170B4E46-FB5F-5741-0349-CBDC889CA2E6}"/>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8" name="Text Placeholder 23">
            <a:extLst>
              <a:ext uri="{FF2B5EF4-FFF2-40B4-BE49-F238E27FC236}">
                <a16:creationId xmlns:a16="http://schemas.microsoft.com/office/drawing/2014/main" id="{CBD81D61-CA6C-95D3-588F-76CD469FB642}"/>
              </a:ext>
            </a:extLst>
          </p:cNvPr>
          <p:cNvSpPr>
            <a:spLocks noGrp="1"/>
          </p:cNvSpPr>
          <p:nvPr>
            <p:ph type="body" sz="quarter" idx="53" hasCustomPrompt="1"/>
          </p:nvPr>
        </p:nvSpPr>
        <p:spPr>
          <a:xfrm>
            <a:off x="5474816"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9" name="Rectangle">
            <a:extLst>
              <a:ext uri="{FF2B5EF4-FFF2-40B4-BE49-F238E27FC236}">
                <a16:creationId xmlns:a16="http://schemas.microsoft.com/office/drawing/2014/main" id="{1CE36D44-7AB6-10B1-2D31-45BE8A24DAC5}"/>
              </a:ext>
            </a:extLst>
          </p:cNvPr>
          <p:cNvSpPr/>
          <p:nvPr userDrawn="1"/>
        </p:nvSpPr>
        <p:spPr>
          <a:xfrm>
            <a:off x="5456483"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30" name="Text Placeholder 23">
            <a:extLst>
              <a:ext uri="{FF2B5EF4-FFF2-40B4-BE49-F238E27FC236}">
                <a16:creationId xmlns:a16="http://schemas.microsoft.com/office/drawing/2014/main" id="{AFF6A01F-DFFF-24F5-47DD-5B1CAD432490}"/>
              </a:ext>
            </a:extLst>
          </p:cNvPr>
          <p:cNvSpPr>
            <a:spLocks noGrp="1"/>
          </p:cNvSpPr>
          <p:nvPr>
            <p:ph type="body" sz="quarter" idx="54" hasCustomPrompt="1"/>
          </p:nvPr>
        </p:nvSpPr>
        <p:spPr>
          <a:xfrm>
            <a:off x="8980641" y="5696899"/>
            <a:ext cx="2859468"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31" name="Rectangle">
            <a:extLst>
              <a:ext uri="{FF2B5EF4-FFF2-40B4-BE49-F238E27FC236}">
                <a16:creationId xmlns:a16="http://schemas.microsoft.com/office/drawing/2014/main" id="{4FE79D64-0DC1-2CAE-CDA8-04AD42EF14AC}"/>
              </a:ext>
            </a:extLst>
          </p:cNvPr>
          <p:cNvSpPr/>
          <p:nvPr userDrawn="1"/>
        </p:nvSpPr>
        <p:spPr>
          <a:xfrm>
            <a:off x="896230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7"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5456483"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1" name="Content Placeholder 4">
            <a:extLst>
              <a:ext uri="{FF2B5EF4-FFF2-40B4-BE49-F238E27FC236}">
                <a16:creationId xmlns:a16="http://schemas.microsoft.com/office/drawing/2014/main" id="{73B98BFB-22B9-4E1D-A626-A54741F2E252}"/>
              </a:ext>
            </a:extLst>
          </p:cNvPr>
          <p:cNvSpPr>
            <a:spLocks noGrp="1"/>
          </p:cNvSpPr>
          <p:nvPr>
            <p:ph sz="quarter" idx="36" hasCustomPrompt="1"/>
          </p:nvPr>
        </p:nvSpPr>
        <p:spPr>
          <a:xfrm>
            <a:off x="8962308" y="1841181"/>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7"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5456483"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6" name="Content Placeholder 4">
            <a:extLst>
              <a:ext uri="{FF2B5EF4-FFF2-40B4-BE49-F238E27FC236}">
                <a16:creationId xmlns:a16="http://schemas.microsoft.com/office/drawing/2014/main" id="{B1C43E78-5C72-A703-7DDF-6F288F74FBF7}"/>
              </a:ext>
            </a:extLst>
          </p:cNvPr>
          <p:cNvSpPr>
            <a:spLocks noGrp="1"/>
          </p:cNvSpPr>
          <p:nvPr>
            <p:ph sz="quarter" idx="42" hasCustomPrompt="1"/>
          </p:nvPr>
        </p:nvSpPr>
        <p:spPr>
          <a:xfrm>
            <a:off x="8962308" y="4102653"/>
            <a:ext cx="2859468"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Picture Placeholder 3">
            <a:extLst>
              <a:ext uri="{FF2B5EF4-FFF2-40B4-BE49-F238E27FC236}">
                <a16:creationId xmlns:a16="http://schemas.microsoft.com/office/drawing/2014/main" id="{5ED035BB-BE32-55DA-B912-7CC02EF95F09}"/>
              </a:ext>
            </a:extLst>
          </p:cNvPr>
          <p:cNvSpPr>
            <a:spLocks noGrp="1"/>
          </p:cNvSpPr>
          <p:nvPr>
            <p:ph type="pic" sz="quarter" idx="44" hasCustomPrompt="1"/>
          </p:nvPr>
        </p:nvSpPr>
        <p:spPr>
          <a:xfrm>
            <a:off x="4162125"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14ADDEA5-611F-A545-4290-873D4F7462D0}"/>
              </a:ext>
            </a:extLst>
          </p:cNvPr>
          <p:cNvSpPr>
            <a:spLocks noGrp="1"/>
          </p:cNvSpPr>
          <p:nvPr>
            <p:ph type="pic" sz="quarter" idx="45" hasCustomPrompt="1"/>
          </p:nvPr>
        </p:nvSpPr>
        <p:spPr>
          <a:xfrm>
            <a:off x="7667951"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E3E18C10-64AF-892C-DC08-703511924B85}"/>
              </a:ext>
            </a:extLst>
          </p:cNvPr>
          <p:cNvSpPr>
            <a:spLocks noGrp="1"/>
          </p:cNvSpPr>
          <p:nvPr>
            <p:ph type="pic" sz="quarter" idx="46" hasCustomPrompt="1"/>
          </p:nvPr>
        </p:nvSpPr>
        <p:spPr>
          <a:xfrm>
            <a:off x="1117377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0" name="Picture Placeholder 3">
            <a:extLst>
              <a:ext uri="{FF2B5EF4-FFF2-40B4-BE49-F238E27FC236}">
                <a16:creationId xmlns:a16="http://schemas.microsoft.com/office/drawing/2014/main" id="{B88BBA9C-1947-C810-F34A-2B98738B3838}"/>
              </a:ext>
            </a:extLst>
          </p:cNvPr>
          <p:cNvSpPr>
            <a:spLocks noGrp="1"/>
          </p:cNvSpPr>
          <p:nvPr>
            <p:ph type="pic" sz="quarter" idx="47" hasCustomPrompt="1"/>
          </p:nvPr>
        </p:nvSpPr>
        <p:spPr>
          <a:xfrm>
            <a:off x="4162125"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3" name="Picture Placeholder 3">
            <a:extLst>
              <a:ext uri="{FF2B5EF4-FFF2-40B4-BE49-F238E27FC236}">
                <a16:creationId xmlns:a16="http://schemas.microsoft.com/office/drawing/2014/main" id="{05E052DF-DA9C-2F13-0029-106D6B90D8EA}"/>
              </a:ext>
            </a:extLst>
          </p:cNvPr>
          <p:cNvSpPr>
            <a:spLocks noGrp="1"/>
          </p:cNvSpPr>
          <p:nvPr>
            <p:ph type="pic" sz="quarter" idx="48" hasCustomPrompt="1"/>
          </p:nvPr>
        </p:nvSpPr>
        <p:spPr>
          <a:xfrm>
            <a:off x="7667951"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4" name="Picture Placeholder 3">
            <a:extLst>
              <a:ext uri="{FF2B5EF4-FFF2-40B4-BE49-F238E27FC236}">
                <a16:creationId xmlns:a16="http://schemas.microsoft.com/office/drawing/2014/main" id="{F426E2B8-5CA1-1057-F151-6763C3F9871F}"/>
              </a:ext>
            </a:extLst>
          </p:cNvPr>
          <p:cNvSpPr>
            <a:spLocks noGrp="1"/>
          </p:cNvSpPr>
          <p:nvPr>
            <p:ph type="pic" sz="quarter" idx="49" hasCustomPrompt="1"/>
          </p:nvPr>
        </p:nvSpPr>
        <p:spPr>
          <a:xfrm>
            <a:off x="1117377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7" name="TextBox 6">
            <a:extLst>
              <a:ext uri="{FF2B5EF4-FFF2-40B4-BE49-F238E27FC236}">
                <a16:creationId xmlns:a16="http://schemas.microsoft.com/office/drawing/2014/main" id="{1085A371-97A3-4FAB-D49B-5B3E13A0BACC}"/>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568561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estimonials 4 conten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Text Placeholder 23">
            <a:extLst>
              <a:ext uri="{FF2B5EF4-FFF2-40B4-BE49-F238E27FC236}">
                <a16:creationId xmlns:a16="http://schemas.microsoft.com/office/drawing/2014/main" id="{2ADF1D61-FFCC-2525-C050-FCF342EEF8F0}"/>
              </a:ext>
            </a:extLst>
          </p:cNvPr>
          <p:cNvSpPr>
            <a:spLocks noGrp="1"/>
          </p:cNvSpPr>
          <p:nvPr>
            <p:ph type="body" sz="quarter" idx="33" hasCustomPrompt="1"/>
          </p:nvPr>
        </p:nvSpPr>
        <p:spPr>
          <a:xfrm>
            <a:off x="1950656"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4" name="Rectangle">
            <a:extLst>
              <a:ext uri="{FF2B5EF4-FFF2-40B4-BE49-F238E27FC236}">
                <a16:creationId xmlns:a16="http://schemas.microsoft.com/office/drawing/2014/main" id="{267C3445-EEC4-4130-7F08-FDB08FA3DDCE}"/>
              </a:ext>
            </a:extLst>
          </p:cNvPr>
          <p:cNvSpPr/>
          <p:nvPr userDrawn="1"/>
        </p:nvSpPr>
        <p:spPr>
          <a:xfrm>
            <a:off x="1932324"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0" name="Text Placeholder 23">
            <a:extLst>
              <a:ext uri="{FF2B5EF4-FFF2-40B4-BE49-F238E27FC236}">
                <a16:creationId xmlns:a16="http://schemas.microsoft.com/office/drawing/2014/main" id="{1CE6D527-1E21-E73F-15F6-684CCF3915CB}"/>
              </a:ext>
            </a:extLst>
          </p:cNvPr>
          <p:cNvSpPr>
            <a:spLocks noGrp="1"/>
          </p:cNvSpPr>
          <p:nvPr>
            <p:ph type="body" sz="quarter" idx="45" hasCustomPrompt="1"/>
          </p:nvPr>
        </p:nvSpPr>
        <p:spPr>
          <a:xfrm>
            <a:off x="7160739" y="3439474"/>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1" name="Rectangle">
            <a:extLst>
              <a:ext uri="{FF2B5EF4-FFF2-40B4-BE49-F238E27FC236}">
                <a16:creationId xmlns:a16="http://schemas.microsoft.com/office/drawing/2014/main" id="{A93EA444-02E5-584E-D710-B85355C3D808}"/>
              </a:ext>
            </a:extLst>
          </p:cNvPr>
          <p:cNvSpPr/>
          <p:nvPr userDrawn="1"/>
        </p:nvSpPr>
        <p:spPr>
          <a:xfrm>
            <a:off x="7142407"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3" name="Text Placeholder 23">
            <a:extLst>
              <a:ext uri="{FF2B5EF4-FFF2-40B4-BE49-F238E27FC236}">
                <a16:creationId xmlns:a16="http://schemas.microsoft.com/office/drawing/2014/main" id="{A29F92FA-1EB1-0B3A-ED31-2114C5570E16}"/>
              </a:ext>
            </a:extLst>
          </p:cNvPr>
          <p:cNvSpPr>
            <a:spLocks noGrp="1"/>
          </p:cNvSpPr>
          <p:nvPr>
            <p:ph type="body" sz="quarter" idx="46" hasCustomPrompt="1"/>
          </p:nvPr>
        </p:nvSpPr>
        <p:spPr>
          <a:xfrm>
            <a:off x="1950656"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D43BF659-413D-E8B6-94A0-1208E1537AAE}"/>
              </a:ext>
            </a:extLst>
          </p:cNvPr>
          <p:cNvSpPr/>
          <p:nvPr userDrawn="1"/>
        </p:nvSpPr>
        <p:spPr>
          <a:xfrm>
            <a:off x="1932324"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EBC517D4-D751-5BF4-289A-F02903A35662}"/>
              </a:ext>
            </a:extLst>
          </p:cNvPr>
          <p:cNvSpPr>
            <a:spLocks noGrp="1"/>
          </p:cNvSpPr>
          <p:nvPr>
            <p:ph type="body" sz="quarter" idx="48" hasCustomPrompt="1"/>
          </p:nvPr>
        </p:nvSpPr>
        <p:spPr>
          <a:xfrm>
            <a:off x="7160739" y="5696899"/>
            <a:ext cx="4661667"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0059A9DB-E21B-55E2-E5A3-6B7CBBAA7830}"/>
              </a:ext>
            </a:extLst>
          </p:cNvPr>
          <p:cNvSpPr/>
          <p:nvPr userDrawn="1"/>
        </p:nvSpPr>
        <p:spPr>
          <a:xfrm>
            <a:off x="7142407"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5" name="TextBox 4">
            <a:extLst>
              <a:ext uri="{FF2B5EF4-FFF2-40B4-BE49-F238E27FC236}">
                <a16:creationId xmlns:a16="http://schemas.microsoft.com/office/drawing/2014/main" id="{DFD9E30D-69DD-DE9F-29C0-0E3322756E0D}"/>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45847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stimonials 4 content with Image">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1950656"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7142407" y="1841181"/>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2" name="Content Placeholder 4">
            <a:extLst>
              <a:ext uri="{FF2B5EF4-FFF2-40B4-BE49-F238E27FC236}">
                <a16:creationId xmlns:a16="http://schemas.microsoft.com/office/drawing/2014/main" id="{B7F7CCD9-D0EA-475D-CA46-31DA4F53A653}"/>
              </a:ext>
            </a:extLst>
          </p:cNvPr>
          <p:cNvSpPr>
            <a:spLocks noGrp="1"/>
          </p:cNvSpPr>
          <p:nvPr>
            <p:ph sz="quarter" idx="38" hasCustomPrompt="1"/>
          </p:nvPr>
        </p:nvSpPr>
        <p:spPr>
          <a:xfrm>
            <a:off x="1950656"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4" name="Content Placeholder 4">
            <a:extLst>
              <a:ext uri="{FF2B5EF4-FFF2-40B4-BE49-F238E27FC236}">
                <a16:creationId xmlns:a16="http://schemas.microsoft.com/office/drawing/2014/main" id="{1D81877A-6C98-327B-CE4F-FE08C85B09F7}"/>
              </a:ext>
            </a:extLst>
          </p:cNvPr>
          <p:cNvSpPr>
            <a:spLocks noGrp="1"/>
          </p:cNvSpPr>
          <p:nvPr>
            <p:ph sz="quarter" idx="40" hasCustomPrompt="1"/>
          </p:nvPr>
        </p:nvSpPr>
        <p:spPr>
          <a:xfrm>
            <a:off x="7142407" y="4102653"/>
            <a:ext cx="4680000" cy="1371819"/>
          </a:xfrm>
        </p:spPr>
        <p:txBody>
          <a:bodyPr>
            <a:normAutofit/>
          </a:bodyPr>
          <a:lstStyle>
            <a:lvl1pPr marL="0" indent="0">
              <a:spcBef>
                <a:spcPts val="600"/>
              </a:spcBef>
              <a:buFontTx/>
              <a:buNone/>
              <a:defRPr lang="en-US" sz="1200" dirty="0"/>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 name="Picture Placeholder 3">
            <a:extLst>
              <a:ext uri="{FF2B5EF4-FFF2-40B4-BE49-F238E27FC236}">
                <a16:creationId xmlns:a16="http://schemas.microsoft.com/office/drawing/2014/main" id="{768AEE11-B1C0-D706-E59B-8B1AC4DF5AA3}"/>
              </a:ext>
            </a:extLst>
          </p:cNvPr>
          <p:cNvSpPr>
            <a:spLocks noGrp="1"/>
          </p:cNvSpPr>
          <p:nvPr>
            <p:ph type="pic" sz="quarter" idx="44" hasCustomPrompt="1"/>
          </p:nvPr>
        </p:nvSpPr>
        <p:spPr>
          <a:xfrm>
            <a:off x="1950656"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4" name="Picture Placeholder 3">
            <a:extLst>
              <a:ext uri="{FF2B5EF4-FFF2-40B4-BE49-F238E27FC236}">
                <a16:creationId xmlns:a16="http://schemas.microsoft.com/office/drawing/2014/main" id="{EE890BAE-5A7E-05BF-AA9A-666943CE9387}"/>
              </a:ext>
            </a:extLst>
          </p:cNvPr>
          <p:cNvSpPr>
            <a:spLocks noGrp="1"/>
          </p:cNvSpPr>
          <p:nvPr>
            <p:ph type="pic" sz="quarter" idx="46" hasCustomPrompt="1"/>
          </p:nvPr>
        </p:nvSpPr>
        <p:spPr>
          <a:xfrm>
            <a:off x="7142407" y="3096375"/>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5" name="Picture Placeholder 3">
            <a:extLst>
              <a:ext uri="{FF2B5EF4-FFF2-40B4-BE49-F238E27FC236}">
                <a16:creationId xmlns:a16="http://schemas.microsoft.com/office/drawing/2014/main" id="{DB1F9243-14E2-6BE0-0494-06C1F0F4DA7A}"/>
              </a:ext>
            </a:extLst>
          </p:cNvPr>
          <p:cNvSpPr>
            <a:spLocks noGrp="1"/>
          </p:cNvSpPr>
          <p:nvPr>
            <p:ph type="pic" sz="quarter" idx="47" hasCustomPrompt="1"/>
          </p:nvPr>
        </p:nvSpPr>
        <p:spPr>
          <a:xfrm>
            <a:off x="1950656"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6" name="Picture Placeholder 3">
            <a:extLst>
              <a:ext uri="{FF2B5EF4-FFF2-40B4-BE49-F238E27FC236}">
                <a16:creationId xmlns:a16="http://schemas.microsoft.com/office/drawing/2014/main" id="{607A0743-423A-D090-C9F4-51FD44D4DD61}"/>
              </a:ext>
            </a:extLst>
          </p:cNvPr>
          <p:cNvSpPr>
            <a:spLocks noGrp="1"/>
          </p:cNvSpPr>
          <p:nvPr>
            <p:ph type="pic" sz="quarter" idx="49" hasCustomPrompt="1"/>
          </p:nvPr>
        </p:nvSpPr>
        <p:spPr>
          <a:xfrm>
            <a:off x="7142407" y="5357847"/>
            <a:ext cx="648000" cy="720000"/>
          </a:xfrm>
          <a:solidFill>
            <a:srgbClr val="D7E0E3"/>
          </a:solidFill>
        </p:spPr>
        <p:txBody>
          <a:bodyPr anchor="ctr">
            <a:normAutofit/>
          </a:bodyPr>
          <a:lstStyle>
            <a:lvl1pPr marL="0" indent="0" algn="ctr">
              <a:buNone/>
              <a:defRPr sz="1200"/>
            </a:lvl1pPr>
          </a:lstStyle>
          <a:p>
            <a:r>
              <a:rPr lang="en-US" dirty="0"/>
              <a:t>Image </a:t>
            </a:r>
          </a:p>
        </p:txBody>
      </p:sp>
      <p:sp>
        <p:nvSpPr>
          <p:cNvPr id="12" name="Rectangle">
            <a:extLst>
              <a:ext uri="{FF2B5EF4-FFF2-40B4-BE49-F238E27FC236}">
                <a16:creationId xmlns:a16="http://schemas.microsoft.com/office/drawing/2014/main" id="{452A60C8-A3F6-A3AA-7C25-A59E6169A420}"/>
              </a:ext>
            </a:extLst>
          </p:cNvPr>
          <p:cNvSpPr/>
          <p:nvPr userDrawn="1"/>
        </p:nvSpPr>
        <p:spPr>
          <a:xfrm>
            <a:off x="370224" y="1709098"/>
            <a:ext cx="1240352" cy="1138877"/>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13" name="Text Placeholder 23">
            <a:extLst>
              <a:ext uri="{FF2B5EF4-FFF2-40B4-BE49-F238E27FC236}">
                <a16:creationId xmlns:a16="http://schemas.microsoft.com/office/drawing/2014/main" id="{D8BCE896-668F-C55D-FA77-01EFC1D6C57A}"/>
              </a:ext>
            </a:extLst>
          </p:cNvPr>
          <p:cNvSpPr>
            <a:spLocks noGrp="1"/>
          </p:cNvSpPr>
          <p:nvPr>
            <p:ph type="body" sz="quarter" idx="33" hasCustomPrompt="1"/>
          </p:nvPr>
        </p:nvSpPr>
        <p:spPr>
          <a:xfrm>
            <a:off x="2718761"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4" name="Rectangle">
            <a:extLst>
              <a:ext uri="{FF2B5EF4-FFF2-40B4-BE49-F238E27FC236}">
                <a16:creationId xmlns:a16="http://schemas.microsoft.com/office/drawing/2014/main" id="{2DC45A16-8C85-AD25-E065-5AB86C809825}"/>
              </a:ext>
            </a:extLst>
          </p:cNvPr>
          <p:cNvSpPr/>
          <p:nvPr userDrawn="1"/>
        </p:nvSpPr>
        <p:spPr>
          <a:xfrm>
            <a:off x="2700428"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6" name="Text Placeholder 23">
            <a:extLst>
              <a:ext uri="{FF2B5EF4-FFF2-40B4-BE49-F238E27FC236}">
                <a16:creationId xmlns:a16="http://schemas.microsoft.com/office/drawing/2014/main" id="{A1AF99F8-1569-C695-4CFB-0F53A300A1E8}"/>
              </a:ext>
            </a:extLst>
          </p:cNvPr>
          <p:cNvSpPr>
            <a:spLocks noGrp="1"/>
          </p:cNvSpPr>
          <p:nvPr>
            <p:ph type="body" sz="quarter" idx="45" hasCustomPrompt="1"/>
          </p:nvPr>
        </p:nvSpPr>
        <p:spPr>
          <a:xfrm>
            <a:off x="7928844" y="3439474"/>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7" name="Rectangle">
            <a:extLst>
              <a:ext uri="{FF2B5EF4-FFF2-40B4-BE49-F238E27FC236}">
                <a16:creationId xmlns:a16="http://schemas.microsoft.com/office/drawing/2014/main" id="{EE574045-CC79-1CC4-6EE4-B81784954845}"/>
              </a:ext>
            </a:extLst>
          </p:cNvPr>
          <p:cNvSpPr/>
          <p:nvPr userDrawn="1"/>
        </p:nvSpPr>
        <p:spPr>
          <a:xfrm>
            <a:off x="7910511" y="3288326"/>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18" name="Text Placeholder 23">
            <a:extLst>
              <a:ext uri="{FF2B5EF4-FFF2-40B4-BE49-F238E27FC236}">
                <a16:creationId xmlns:a16="http://schemas.microsoft.com/office/drawing/2014/main" id="{799494E7-2A18-D1AF-6451-9B7403032062}"/>
              </a:ext>
            </a:extLst>
          </p:cNvPr>
          <p:cNvSpPr>
            <a:spLocks noGrp="1"/>
          </p:cNvSpPr>
          <p:nvPr>
            <p:ph type="body" sz="quarter" idx="50" hasCustomPrompt="1"/>
          </p:nvPr>
        </p:nvSpPr>
        <p:spPr>
          <a:xfrm>
            <a:off x="2718761"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19" name="Rectangle">
            <a:extLst>
              <a:ext uri="{FF2B5EF4-FFF2-40B4-BE49-F238E27FC236}">
                <a16:creationId xmlns:a16="http://schemas.microsoft.com/office/drawing/2014/main" id="{1D10DEFC-1E4F-76FD-F5FD-5B25046E66CA}"/>
              </a:ext>
            </a:extLst>
          </p:cNvPr>
          <p:cNvSpPr/>
          <p:nvPr userDrawn="1"/>
        </p:nvSpPr>
        <p:spPr>
          <a:xfrm>
            <a:off x="2700428"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21" name="Text Placeholder 23">
            <a:extLst>
              <a:ext uri="{FF2B5EF4-FFF2-40B4-BE49-F238E27FC236}">
                <a16:creationId xmlns:a16="http://schemas.microsoft.com/office/drawing/2014/main" id="{A8878054-533E-10BB-F4FC-2239643CDE5E}"/>
              </a:ext>
            </a:extLst>
          </p:cNvPr>
          <p:cNvSpPr>
            <a:spLocks noGrp="1"/>
          </p:cNvSpPr>
          <p:nvPr>
            <p:ph type="body" sz="quarter" idx="48" hasCustomPrompt="1"/>
          </p:nvPr>
        </p:nvSpPr>
        <p:spPr>
          <a:xfrm>
            <a:off x="7928844" y="5696899"/>
            <a:ext cx="3911896" cy="421325"/>
          </a:xfrm>
        </p:spPr>
        <p:txBody>
          <a:bodyPr>
            <a:noAutofit/>
          </a:bodyPr>
          <a:lstStyle>
            <a:lvl1pPr marL="0" indent="0">
              <a:buFontTx/>
              <a:buNone/>
              <a:defRPr lang="en-US" sz="1400" b="1" dirty="0"/>
            </a:lvl1pPr>
            <a:lvl2pPr marL="0" indent="0">
              <a:buFontTx/>
              <a:buNone/>
              <a:defRPr sz="1200" b="0"/>
            </a:lvl2pPr>
            <a:lvl3pPr marL="365760" indent="0">
              <a:buFontTx/>
              <a:buNone/>
              <a:defRPr sz="1600" b="1"/>
            </a:lvl3pPr>
            <a:lvl4pPr marL="548640" indent="0">
              <a:buFontTx/>
              <a:buNone/>
              <a:defRPr sz="1600" b="1"/>
            </a:lvl4pPr>
            <a:lvl5pPr marL="731520" indent="0">
              <a:buFontTx/>
              <a:buNone/>
              <a:defRPr sz="1600" b="1"/>
            </a:lvl5pPr>
          </a:lstStyle>
          <a:p>
            <a:pPr lvl="0"/>
            <a:r>
              <a:rPr lang="en-US" dirty="0"/>
              <a:t>Name</a:t>
            </a:r>
          </a:p>
          <a:p>
            <a:pPr lvl="1"/>
            <a:r>
              <a:rPr lang="en-US" dirty="0"/>
              <a:t>Title</a:t>
            </a:r>
          </a:p>
        </p:txBody>
      </p:sp>
      <p:sp>
        <p:nvSpPr>
          <p:cNvPr id="22" name="Rectangle">
            <a:extLst>
              <a:ext uri="{FF2B5EF4-FFF2-40B4-BE49-F238E27FC236}">
                <a16:creationId xmlns:a16="http://schemas.microsoft.com/office/drawing/2014/main" id="{33364DD9-9116-16F9-5BEA-D017E1629B33}"/>
              </a:ext>
            </a:extLst>
          </p:cNvPr>
          <p:cNvSpPr/>
          <p:nvPr userDrawn="1"/>
        </p:nvSpPr>
        <p:spPr>
          <a:xfrm>
            <a:off x="7910511" y="5545751"/>
            <a:ext cx="458451" cy="54000"/>
          </a:xfrm>
          <a:prstGeom prst="rect">
            <a:avLst/>
          </a:prstGeom>
          <a:solidFill>
            <a:schemeClr val="accent4"/>
          </a:solidFill>
          <a:ln w="12700">
            <a:miter lim="400000"/>
          </a:ln>
        </p:spPr>
        <p:txBody>
          <a:bodyPr lIns="0" tIns="0" rIns="0" bIns="0" anchor="ctr"/>
          <a:lstStyle/>
          <a:p>
            <a:pPr algn="ctr">
              <a:lnSpc>
                <a:spcPct val="100000"/>
              </a:lnSpc>
              <a:defRPr sz="2800">
                <a:solidFill>
                  <a:srgbClr val="FFFFFF"/>
                </a:solidFill>
                <a:latin typeface="Arial"/>
                <a:ea typeface="Arial"/>
                <a:cs typeface="Arial"/>
                <a:sym typeface="Arial"/>
              </a:defRPr>
            </a:pPr>
            <a:endParaRPr lang="en-US" sz="16600" dirty="0"/>
          </a:p>
        </p:txBody>
      </p:sp>
      <p:sp>
        <p:nvSpPr>
          <p:cNvPr id="7" name="TextBox 6">
            <a:extLst>
              <a:ext uri="{FF2B5EF4-FFF2-40B4-BE49-F238E27FC236}">
                <a16:creationId xmlns:a16="http://schemas.microsoft.com/office/drawing/2014/main" id="{70094804-E865-5816-F515-2D8F5F6763CF}"/>
              </a:ext>
            </a:extLst>
          </p:cNvPr>
          <p:cNvSpPr txBox="1"/>
          <p:nvPr userDrawn="1"/>
        </p:nvSpPr>
        <p:spPr>
          <a:xfrm>
            <a:off x="504825" y="1485900"/>
            <a:ext cx="914400" cy="914400"/>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lang="en-US" sz="16600" dirty="0">
                <a:solidFill>
                  <a:schemeClr val="bg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721134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ntent with chart and image">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1561381"/>
            <a:ext cx="5944858" cy="4684144"/>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365442" y="4826000"/>
            <a:ext cx="5424500" cy="125730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365442" y="4445154"/>
            <a:ext cx="54284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6" y="3881886"/>
            <a:ext cx="2484000" cy="22128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1828800"/>
            <a:ext cx="5280850" cy="288000"/>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78955" y="2280762"/>
            <a:ext cx="2343601" cy="381396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251389"/>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8" name="Slide Number Placeholder 10">
            <a:extLst>
              <a:ext uri="{FF2B5EF4-FFF2-40B4-BE49-F238E27FC236}">
                <a16:creationId xmlns:a16="http://schemas.microsoft.com/office/drawing/2014/main" id="{BBD18C34-78F2-B96D-08D2-412E9ADD1DB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Picture Placeholder 9">
            <a:extLst>
              <a:ext uri="{FF2B5EF4-FFF2-40B4-BE49-F238E27FC236}">
                <a16:creationId xmlns:a16="http://schemas.microsoft.com/office/drawing/2014/main" id="{B745E797-9F0E-AD52-F1D3-A03FB6715293}"/>
              </a:ext>
            </a:extLst>
          </p:cNvPr>
          <p:cNvSpPr>
            <a:spLocks noGrp="1"/>
          </p:cNvSpPr>
          <p:nvPr>
            <p:ph type="pic" sz="quarter" idx="37"/>
          </p:nvPr>
        </p:nvSpPr>
        <p:spPr>
          <a:xfrm>
            <a:off x="6542089" y="2208213"/>
            <a:ext cx="2483618" cy="1509712"/>
          </a:xfrm>
          <a:solidFill>
            <a:srgbClr val="D7E0E3"/>
          </a:solidFill>
        </p:spPr>
        <p:txBody>
          <a:bodyPr/>
          <a:lstStyle>
            <a:lvl1pPr marL="0" indent="0">
              <a:buFontTx/>
              <a:buNone/>
              <a:defRPr/>
            </a:lvl1pPr>
          </a:lstStyle>
          <a:p>
            <a:endParaRPr lang="en-US"/>
          </a:p>
        </p:txBody>
      </p:sp>
    </p:spTree>
    <p:extLst>
      <p:ext uri="{BB962C8B-B14F-4D97-AF65-F5344CB8AC3E}">
        <p14:creationId xmlns:p14="http://schemas.microsoft.com/office/powerpoint/2010/main" val="2400018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ntent with Image Option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2691443"/>
            <a:ext cx="2340000" cy="239490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04025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530600"/>
            <a:ext cx="2484000" cy="253007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894965"/>
            <a:ext cx="2484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Content Placeholder 2">
            <a:extLst>
              <a:ext uri="{FF2B5EF4-FFF2-40B4-BE49-F238E27FC236}">
                <a16:creationId xmlns:a16="http://schemas.microsoft.com/office/drawing/2014/main" id="{F63D8120-E5A2-63CA-BA5B-2EEE04EFFADB}"/>
              </a:ext>
            </a:extLst>
          </p:cNvPr>
          <p:cNvSpPr>
            <a:spLocks noGrp="1"/>
          </p:cNvSpPr>
          <p:nvPr>
            <p:ph sz="half" idx="23" hasCustomPrompt="1"/>
          </p:nvPr>
        </p:nvSpPr>
        <p:spPr>
          <a:xfrm>
            <a:off x="365760" y="5543550"/>
            <a:ext cx="5575732" cy="537210"/>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Tree>
    <p:extLst>
      <p:ext uri="{BB962C8B-B14F-4D97-AF65-F5344CB8AC3E}">
        <p14:creationId xmlns:p14="http://schemas.microsoft.com/office/powerpoint/2010/main" val="861024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148">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Content with Numbered and Image Option 2">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FB4343C5-6BB0-1E23-A559-FD2901DC00F5}"/>
              </a:ext>
            </a:extLst>
          </p:cNvPr>
          <p:cNvSpPr/>
          <p:nvPr userDrawn="1"/>
        </p:nvSpPr>
        <p:spPr>
          <a:xfrm>
            <a:off x="6249491"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FA8037C1-3B71-B75B-9E73-81AD3961ABF0}"/>
              </a:ext>
            </a:extLst>
          </p:cNvPr>
          <p:cNvSpPr/>
          <p:nvPr userDrawn="1"/>
        </p:nvSpPr>
        <p:spPr>
          <a:xfrm>
            <a:off x="919167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7308" y="2669777"/>
            <a:ext cx="2635200" cy="33909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4066470"/>
            <a:ext cx="2340000" cy="1860857"/>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7091"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7091"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9275" y="4067175"/>
            <a:ext cx="2340000" cy="1860152"/>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9275" y="3416231"/>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575732" cy="914400"/>
          </a:xfrm>
        </p:spPr>
        <p:txBody>
          <a:bodyPr/>
          <a:lstStyle>
            <a:lvl1pPr>
              <a:defRPr>
                <a:latin typeface="Aptos Light" panose="020B0004020202020204" pitchFamily="34" charset="0"/>
              </a:defRPr>
            </a:lvl1pPr>
          </a:lstStyle>
          <a:p>
            <a:r>
              <a:rPr lang="en-US" dirty="0"/>
              <a:t>[Slide title]</a:t>
            </a:r>
          </a:p>
        </p:txBody>
      </p:sp>
      <p:sp>
        <p:nvSpPr>
          <p:cNvPr id="2" name="Picture Placeholder 2">
            <a:extLst>
              <a:ext uri="{FF2B5EF4-FFF2-40B4-BE49-F238E27FC236}">
                <a16:creationId xmlns:a16="http://schemas.microsoft.com/office/drawing/2014/main" id="{9FF2FF64-640E-704B-6783-4B60AEC793BF}"/>
              </a:ext>
            </a:extLst>
          </p:cNvPr>
          <p:cNvSpPr>
            <a:spLocks noGrp="1"/>
          </p:cNvSpPr>
          <p:nvPr>
            <p:ph type="pic" sz="quarter" idx="16" hasCustomPrompt="1"/>
          </p:nvPr>
        </p:nvSpPr>
        <p:spPr>
          <a:xfrm>
            <a:off x="6394742" y="2"/>
            <a:ext cx="5428958" cy="2415394"/>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8" name="TextBox 17">
            <a:extLst>
              <a:ext uri="{FF2B5EF4-FFF2-40B4-BE49-F238E27FC236}">
                <a16:creationId xmlns:a16="http://schemas.microsoft.com/office/drawing/2014/main" id="{97B93CAE-3B82-2DB0-0B81-FC893DE6A2FB}"/>
              </a:ext>
            </a:extLst>
          </p:cNvPr>
          <p:cNvSpPr txBox="1"/>
          <p:nvPr userDrawn="1"/>
        </p:nvSpPr>
        <p:spPr>
          <a:xfrm>
            <a:off x="244315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01</a:t>
            </a:r>
          </a:p>
        </p:txBody>
      </p:sp>
      <p:sp>
        <p:nvSpPr>
          <p:cNvPr id="19" name="TextBox 18">
            <a:extLst>
              <a:ext uri="{FF2B5EF4-FFF2-40B4-BE49-F238E27FC236}">
                <a16:creationId xmlns:a16="http://schemas.microsoft.com/office/drawing/2014/main" id="{818DE04D-F6BF-EAC6-8A2D-E3BC84AF3324}"/>
              </a:ext>
            </a:extLst>
          </p:cNvPr>
          <p:cNvSpPr txBox="1"/>
          <p:nvPr userDrawn="1"/>
        </p:nvSpPr>
        <p:spPr>
          <a:xfrm>
            <a:off x="5328077"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02</a:t>
            </a:r>
          </a:p>
        </p:txBody>
      </p:sp>
      <p:sp>
        <p:nvSpPr>
          <p:cNvPr id="20" name="TextBox 19">
            <a:extLst>
              <a:ext uri="{FF2B5EF4-FFF2-40B4-BE49-F238E27FC236}">
                <a16:creationId xmlns:a16="http://schemas.microsoft.com/office/drawing/2014/main" id="{A6744A6F-A960-7D41-6995-ED0FFC8FA952}"/>
              </a:ext>
            </a:extLst>
          </p:cNvPr>
          <p:cNvSpPr txBox="1"/>
          <p:nvPr userDrawn="1"/>
        </p:nvSpPr>
        <p:spPr>
          <a:xfrm>
            <a:off x="8253346"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03</a:t>
            </a:r>
          </a:p>
        </p:txBody>
      </p:sp>
      <p:sp>
        <p:nvSpPr>
          <p:cNvPr id="21" name="TextBox 20">
            <a:extLst>
              <a:ext uri="{FF2B5EF4-FFF2-40B4-BE49-F238E27FC236}">
                <a16:creationId xmlns:a16="http://schemas.microsoft.com/office/drawing/2014/main" id="{FAA85324-6B06-B062-8016-28E8B4B81D4C}"/>
              </a:ext>
            </a:extLst>
          </p:cNvPr>
          <p:cNvSpPr txBox="1"/>
          <p:nvPr userDrawn="1"/>
        </p:nvSpPr>
        <p:spPr>
          <a:xfrm>
            <a:off x="11195530" y="5490616"/>
            <a:ext cx="657231" cy="738664"/>
          </a:xfrm>
          <a:prstGeom prst="rect">
            <a:avLst/>
          </a:prstGeom>
          <a:noFill/>
        </p:spPr>
        <p:txBody>
          <a:bodyPr wrap="none" lIns="0" tIns="0" rIns="0" bIns="0" rtlCol="0">
            <a:spAutoFit/>
          </a:bodyPr>
          <a:lstStyle/>
          <a:p>
            <a:pPr marL="0" lvl="0" indent="0" algn="l" defTabSz="914400" rtl="0" eaLnBrk="1" latinLnBrk="0" hangingPunct="1">
              <a:lnSpc>
                <a:spcPct val="100000"/>
              </a:lnSpc>
              <a:spcBef>
                <a:spcPts val="1200"/>
              </a:spcBef>
              <a:buClrTx/>
              <a:buSzPct val="100000"/>
              <a:buFontTx/>
              <a:buNone/>
            </a:pPr>
            <a:r>
              <a:rPr lang="en-US" sz="4800" b="1" kern="1200" dirty="0">
                <a:solidFill>
                  <a:schemeClr val="bg1"/>
                </a:solidFill>
                <a:latin typeface="Aptos Light" panose="020B0004020202020204" pitchFamily="34" charset="0"/>
                <a:ea typeface="+mn-ea"/>
                <a:cs typeface="+mn-cs"/>
              </a:rPr>
              <a:t>04</a:t>
            </a:r>
          </a:p>
        </p:txBody>
      </p:sp>
    </p:spTree>
    <p:extLst>
      <p:ext uri="{BB962C8B-B14F-4D97-AF65-F5344CB8AC3E}">
        <p14:creationId xmlns:p14="http://schemas.microsoft.com/office/powerpoint/2010/main" val="1397524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39">
          <p15:clr>
            <a:srgbClr val="FBAE40"/>
          </p15:clr>
        </p15:guide>
        <p15:guide id="6" orient="horz" pos="3832">
          <p15:clr>
            <a:srgbClr val="FBAE40"/>
          </p15:clr>
        </p15:guide>
        <p15:guide id="7" orient="horz" pos="426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Content with Map Option 1">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6" name="World">
            <a:extLst>
              <a:ext uri="{FF2B5EF4-FFF2-40B4-BE49-F238E27FC236}">
                <a16:creationId xmlns:a16="http://schemas.microsoft.com/office/drawing/2014/main" id="{302B45D3-4A9B-8656-8728-AA9E3A9E764B}"/>
              </a:ext>
            </a:extLst>
          </p:cNvPr>
          <p:cNvSpPr>
            <a:spLocks noChangeAspect="1" noEditPoints="1"/>
          </p:cNvSpPr>
          <p:nvPr userDrawn="1"/>
        </p:nvSpPr>
        <p:spPr bwMode="auto">
          <a:xfrm>
            <a:off x="376688" y="1943100"/>
            <a:ext cx="5405642" cy="2802255"/>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ECECE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000" dirty="0">
              <a:latin typeface="Aptos Light" panose="020B0004020202020204" pitchFamily="34" charset="0"/>
            </a:endParaRPr>
          </a:p>
        </p:txBody>
      </p:sp>
      <p:sp>
        <p:nvSpPr>
          <p:cNvPr id="10" name="Legal">
            <a:extLst>
              <a:ext uri="{FF2B5EF4-FFF2-40B4-BE49-F238E27FC236}">
                <a16:creationId xmlns:a16="http://schemas.microsoft.com/office/drawing/2014/main" id="{7483FB71-C3C8-4EF7-489D-A7576DE85041}"/>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49FCE576-2DA5-91CC-2A0A-17C9376978A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4128035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Content with chart">
    <p:spTree>
      <p:nvGrpSpPr>
        <p:cNvPr id="1" name=""/>
        <p:cNvGrpSpPr/>
        <p:nvPr/>
      </p:nvGrpSpPr>
      <p:grpSpPr>
        <a:xfrm>
          <a:off x="0" y="0"/>
          <a:ext cx="0" cy="0"/>
          <a:chOff x="0" y="0"/>
          <a:chExt cx="0" cy="0"/>
        </a:xfrm>
      </p:grpSpPr>
      <p:sp>
        <p:nvSpPr>
          <p:cNvPr id="12" name="Rectangle">
            <a:extLst>
              <a:ext uri="{FF2B5EF4-FFF2-40B4-BE49-F238E27FC236}">
                <a16:creationId xmlns:a16="http://schemas.microsoft.com/office/drawing/2014/main" id="{452A60C8-A3F6-A3AA-7C25-A59E6169A420}"/>
              </a:ext>
            </a:extLst>
          </p:cNvPr>
          <p:cNvSpPr/>
          <p:nvPr userDrawn="1"/>
        </p:nvSpPr>
        <p:spPr>
          <a:xfrm>
            <a:off x="6247142" y="0"/>
            <a:ext cx="5944858" cy="6857999"/>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126" y="5067300"/>
            <a:ext cx="5428766" cy="1016000"/>
          </a:xfrm>
        </p:spPr>
        <p:txBody>
          <a:bodyPr>
            <a:normAutofit/>
          </a:bodyPr>
          <a:lstStyle>
            <a:lvl1pPr marL="0" indent="0">
              <a:spcBef>
                <a:spcPts val="600"/>
              </a:spcBef>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54170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54170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482557" y="1016313"/>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482557" y="365125"/>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5428132" cy="914400"/>
          </a:xfrm>
        </p:spPr>
        <p:txBody>
          <a:bodyPr/>
          <a:lstStyle>
            <a:lvl1pPr>
              <a:defRPr>
                <a:latin typeface="Aptos Light" panose="020B0004020202020204" pitchFamily="34" charset="0"/>
              </a:defRPr>
            </a:lvl1pPr>
          </a:lstStyle>
          <a:p>
            <a:r>
              <a:rPr lang="en-US" dirty="0"/>
              <a:t>[Slide title]</a:t>
            </a:r>
          </a:p>
        </p:txBody>
      </p:sp>
      <p:sp>
        <p:nvSpPr>
          <p:cNvPr id="2" name="Content Placeholder 4">
            <a:extLst>
              <a:ext uri="{FF2B5EF4-FFF2-40B4-BE49-F238E27FC236}">
                <a16:creationId xmlns:a16="http://schemas.microsoft.com/office/drawing/2014/main" id="{9DCA002B-B80E-A322-9731-6A02DDB63C98}"/>
              </a:ext>
            </a:extLst>
          </p:cNvPr>
          <p:cNvSpPr>
            <a:spLocks noGrp="1"/>
          </p:cNvSpPr>
          <p:nvPr>
            <p:ph sz="quarter" idx="32" hasCustomPrompt="1"/>
          </p:nvPr>
        </p:nvSpPr>
        <p:spPr>
          <a:xfrm>
            <a:off x="654170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Text Placeholder 23">
            <a:extLst>
              <a:ext uri="{FF2B5EF4-FFF2-40B4-BE49-F238E27FC236}">
                <a16:creationId xmlns:a16="http://schemas.microsoft.com/office/drawing/2014/main" id="{22D74A1B-0F35-0044-F50D-7D7A73CC95E0}"/>
              </a:ext>
            </a:extLst>
          </p:cNvPr>
          <p:cNvSpPr>
            <a:spLocks noGrp="1"/>
          </p:cNvSpPr>
          <p:nvPr>
            <p:ph type="body" sz="quarter" idx="33" hasCustomPrompt="1"/>
          </p:nvPr>
        </p:nvSpPr>
        <p:spPr>
          <a:xfrm>
            <a:off x="654170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8" name="Content Placeholder 4">
            <a:extLst>
              <a:ext uri="{FF2B5EF4-FFF2-40B4-BE49-F238E27FC236}">
                <a16:creationId xmlns:a16="http://schemas.microsoft.com/office/drawing/2014/main" id="{4FA66906-4BAF-E655-0FED-C0A8A2AF93D0}"/>
              </a:ext>
            </a:extLst>
          </p:cNvPr>
          <p:cNvSpPr>
            <a:spLocks noGrp="1"/>
          </p:cNvSpPr>
          <p:nvPr>
            <p:ph sz="quarter" idx="34" hasCustomPrompt="1"/>
          </p:nvPr>
        </p:nvSpPr>
        <p:spPr>
          <a:xfrm>
            <a:off x="9482557" y="4080188"/>
            <a:ext cx="2340000" cy="2014541"/>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5" name="Text Placeholder 23">
            <a:extLst>
              <a:ext uri="{FF2B5EF4-FFF2-40B4-BE49-F238E27FC236}">
                <a16:creationId xmlns:a16="http://schemas.microsoft.com/office/drawing/2014/main" id="{AB4E8F1A-740E-7335-FC5F-D9B2C5AC7674}"/>
              </a:ext>
            </a:extLst>
          </p:cNvPr>
          <p:cNvSpPr>
            <a:spLocks noGrp="1"/>
          </p:cNvSpPr>
          <p:nvPr>
            <p:ph type="body" sz="quarter" idx="35" hasCustomPrompt="1"/>
          </p:nvPr>
        </p:nvSpPr>
        <p:spPr>
          <a:xfrm>
            <a:off x="9482557" y="342900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Content Placeholder 2">
            <a:extLst>
              <a:ext uri="{FF2B5EF4-FFF2-40B4-BE49-F238E27FC236}">
                <a16:creationId xmlns:a16="http://schemas.microsoft.com/office/drawing/2014/main" id="{DF30F1D0-4E57-05E4-4BD2-838EBC06EB65}"/>
              </a:ext>
            </a:extLst>
          </p:cNvPr>
          <p:cNvSpPr>
            <a:spLocks noGrp="1"/>
          </p:cNvSpPr>
          <p:nvPr>
            <p:ph sz="half" idx="36" hasCustomPrompt="1"/>
          </p:nvPr>
        </p:nvSpPr>
        <p:spPr>
          <a:xfrm>
            <a:off x="365126" y="1828799"/>
            <a:ext cx="5428766" cy="292417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Insert chart</a:t>
            </a:r>
          </a:p>
        </p:txBody>
      </p:sp>
      <p:sp>
        <p:nvSpPr>
          <p:cNvPr id="10" name="Legal">
            <a:extLst>
              <a:ext uri="{FF2B5EF4-FFF2-40B4-BE49-F238E27FC236}">
                <a16:creationId xmlns:a16="http://schemas.microsoft.com/office/drawing/2014/main" id="{B20B0A18-C348-4477-AA54-FD95F4B50C33}"/>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1" name="Slide Number Placeholder 10">
            <a:extLst>
              <a:ext uri="{FF2B5EF4-FFF2-40B4-BE49-F238E27FC236}">
                <a16:creationId xmlns:a16="http://schemas.microsoft.com/office/drawing/2014/main" id="{C285ED8B-289E-6C47-9121-D55C2636AFF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27009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Content with Image ">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365124" y="1828799"/>
            <a:ext cx="3894139" cy="2462057"/>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1966947" y="4958641"/>
            <a:ext cx="6467370" cy="1061158"/>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4559687" y="2522973"/>
            <a:ext cx="3874629" cy="1767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1966946" y="4495756"/>
            <a:ext cx="6467370" cy="338425"/>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1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4559687" y="1867654"/>
            <a:ext cx="3874629"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8068556" cy="914400"/>
          </a:xfrm>
        </p:spPr>
        <p:txBody>
          <a:bodyPr/>
          <a:lstStyle>
            <a:lvl1pPr>
              <a:defRPr>
                <a:latin typeface="Aptos Light" panose="020B0004020202020204" pitchFamily="34" charset="0"/>
              </a:defRPr>
            </a:lvl1pPr>
          </a:lstStyle>
          <a:p>
            <a:r>
              <a:rPr lang="en-US" dirty="0"/>
              <a:t>[Slide title]</a:t>
            </a:r>
          </a:p>
        </p:txBody>
      </p:sp>
      <p:sp>
        <p:nvSpPr>
          <p:cNvPr id="5" name="UST" descr="UST">
            <a:extLst>
              <a:ext uri="{FF2B5EF4-FFF2-40B4-BE49-F238E27FC236}">
                <a16:creationId xmlns:a16="http://schemas.microsoft.com/office/drawing/2014/main" id="{DE5593CF-BB63-264B-DD4B-CC52EF84EE59}"/>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latin typeface="Aptos Light" panose="020B0004020202020204" pitchFamily="34" charset="0"/>
            </a:endParaRPr>
          </a:p>
        </p:txBody>
      </p:sp>
      <p:sp>
        <p:nvSpPr>
          <p:cNvPr id="7" name="Legal">
            <a:extLst>
              <a:ext uri="{FF2B5EF4-FFF2-40B4-BE49-F238E27FC236}">
                <a16:creationId xmlns:a16="http://schemas.microsoft.com/office/drawing/2014/main" id="{93456F6C-AF93-F901-5E5C-E0ED270193C2}"/>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C8CDDAE8-32F1-0A62-E59C-2C956909108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98707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683">
          <p15:clr>
            <a:srgbClr val="FBAE40"/>
          </p15:clr>
        </p15:guide>
        <p15:guide id="2" pos="2506">
          <p15:clr>
            <a:srgbClr val="FBAE40"/>
          </p15:clr>
        </p15:guide>
        <p15:guide id="3" pos="4978">
          <p15:clr>
            <a:srgbClr val="FBAE40"/>
          </p15:clr>
        </p15:guide>
        <p15:guide id="4" pos="5155">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 with chart and icons">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
        <p:nvSpPr>
          <p:cNvPr id="3" name="Picture Placeholder 2">
            <a:extLst>
              <a:ext uri="{FF2B5EF4-FFF2-40B4-BE49-F238E27FC236}">
                <a16:creationId xmlns:a16="http://schemas.microsoft.com/office/drawing/2014/main" id="{12498F86-8473-31F9-5785-3E5C9CE98C8E}"/>
              </a:ext>
            </a:extLst>
          </p:cNvPr>
          <p:cNvSpPr>
            <a:spLocks noGrp="1"/>
          </p:cNvSpPr>
          <p:nvPr>
            <p:ph type="pic" sz="quarter" idx="16" hasCustomPrompt="1"/>
          </p:nvPr>
        </p:nvSpPr>
        <p:spPr>
          <a:xfrm>
            <a:off x="365125" y="1619954"/>
            <a:ext cx="3611564"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2310652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Table with Imag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2828925" y="2314574"/>
            <a:ext cx="5657850" cy="294322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8" name="Picture Placeholder 2">
            <a:extLst>
              <a:ext uri="{FF2B5EF4-FFF2-40B4-BE49-F238E27FC236}">
                <a16:creationId xmlns:a16="http://schemas.microsoft.com/office/drawing/2014/main" id="{204027CF-899E-166B-C324-E8BE2DA5E83A}"/>
              </a:ext>
            </a:extLst>
          </p:cNvPr>
          <p:cNvSpPr>
            <a:spLocks noGrp="1"/>
          </p:cNvSpPr>
          <p:nvPr>
            <p:ph type="pic" sz="quarter" idx="16" hasCustomPrompt="1"/>
          </p:nvPr>
        </p:nvSpPr>
        <p:spPr>
          <a:xfrm>
            <a:off x="365125" y="1619954"/>
            <a:ext cx="2178050" cy="3637845"/>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9" name="Text Placeholder 23">
            <a:extLst>
              <a:ext uri="{FF2B5EF4-FFF2-40B4-BE49-F238E27FC236}">
                <a16:creationId xmlns:a16="http://schemas.microsoft.com/office/drawing/2014/main" id="{5B071885-DBF9-E035-E833-5927C802B76E}"/>
              </a:ext>
            </a:extLst>
          </p:cNvPr>
          <p:cNvSpPr>
            <a:spLocks noGrp="1"/>
          </p:cNvSpPr>
          <p:nvPr>
            <p:ph type="body" sz="quarter" idx="24" hasCustomPrompt="1"/>
          </p:nvPr>
        </p:nvSpPr>
        <p:spPr>
          <a:xfrm>
            <a:off x="2828925" y="1619954"/>
            <a:ext cx="8994267" cy="526483"/>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21" name="Content Placeholder 4">
            <a:extLst>
              <a:ext uri="{FF2B5EF4-FFF2-40B4-BE49-F238E27FC236}">
                <a16:creationId xmlns:a16="http://schemas.microsoft.com/office/drawing/2014/main" id="{0DE0A2E2-ABA6-874A-4396-56EF0D43B92B}"/>
              </a:ext>
            </a:extLst>
          </p:cNvPr>
          <p:cNvSpPr>
            <a:spLocks noGrp="1"/>
          </p:cNvSpPr>
          <p:nvPr>
            <p:ph sz="quarter" idx="13" hasCustomPrompt="1"/>
          </p:nvPr>
        </p:nvSpPr>
        <p:spPr>
          <a:xfrm>
            <a:off x="8877300" y="2314574"/>
            <a:ext cx="2945892" cy="3766186"/>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Tree>
    <p:extLst>
      <p:ext uri="{BB962C8B-B14F-4D97-AF65-F5344CB8AC3E}">
        <p14:creationId xmlns:p14="http://schemas.microsoft.com/office/powerpoint/2010/main" val="275614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Table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76A51823-0A0E-6B74-DF99-30DC7CF78F08}"/>
              </a:ext>
            </a:extLst>
          </p:cNvPr>
          <p:cNvSpPr>
            <a:spLocks/>
          </p:cNvSpPr>
          <p:nvPr userDrawn="1"/>
        </p:nvSpPr>
        <p:spPr>
          <a:xfrm>
            <a:off x="8734741" y="0"/>
            <a:ext cx="3457259" cy="685800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Legal">
            <a:extLst>
              <a:ext uri="{FF2B5EF4-FFF2-40B4-BE49-F238E27FC236}">
                <a16:creationId xmlns:a16="http://schemas.microsoft.com/office/drawing/2014/main" id="{FB61353C-1C41-FF98-EFB3-30FB9F3B99D5}"/>
              </a:ext>
            </a:extLst>
          </p:cNvPr>
          <p:cNvSpPr txBox="1">
            <a:spLocks/>
          </p:cNvSpPr>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6" name="Slide Number Placeholder 10">
            <a:extLst>
              <a:ext uri="{FF2B5EF4-FFF2-40B4-BE49-F238E27FC236}">
                <a16:creationId xmlns:a16="http://schemas.microsoft.com/office/drawing/2014/main" id="{DC1F637D-61C4-74B5-3BF1-6130B764650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Content Placeholder 2">
            <a:extLst>
              <a:ext uri="{FF2B5EF4-FFF2-40B4-BE49-F238E27FC236}">
                <a16:creationId xmlns:a16="http://schemas.microsoft.com/office/drawing/2014/main" id="{5669CB96-92D2-4A53-7760-8A6196161E38}"/>
              </a:ext>
            </a:extLst>
          </p:cNvPr>
          <p:cNvSpPr>
            <a:spLocks noGrp="1"/>
          </p:cNvSpPr>
          <p:nvPr>
            <p:ph sz="half" idx="1" hasCustomPrompt="1"/>
          </p:nvPr>
        </p:nvSpPr>
        <p:spPr>
          <a:xfrm>
            <a:off x="9025992" y="2410416"/>
            <a:ext cx="2797200" cy="367288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Text Placeholder 23">
            <a:extLst>
              <a:ext uri="{FF2B5EF4-FFF2-40B4-BE49-F238E27FC236}">
                <a16:creationId xmlns:a16="http://schemas.microsoft.com/office/drawing/2014/main" id="{FDA57737-95D1-C96B-59E6-05BA512C00CC}"/>
              </a:ext>
            </a:extLst>
          </p:cNvPr>
          <p:cNvSpPr>
            <a:spLocks noGrp="1"/>
          </p:cNvSpPr>
          <p:nvPr>
            <p:ph type="body" sz="quarter" idx="24" hasCustomPrompt="1"/>
          </p:nvPr>
        </p:nvSpPr>
        <p:spPr>
          <a:xfrm>
            <a:off x="9025992" y="1755097"/>
            <a:ext cx="27972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65125" y="1619954"/>
            <a:ext cx="8121650" cy="3637845"/>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121015"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12547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Four Content with Icons">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5" name="Content Placeholder 4">
            <a:extLst>
              <a:ext uri="{FF2B5EF4-FFF2-40B4-BE49-F238E27FC236}">
                <a16:creationId xmlns:a16="http://schemas.microsoft.com/office/drawing/2014/main" id="{33C8ADA0-FEFD-CB94-296E-33B86FFC6397}"/>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6" name="Text Placeholder 23">
            <a:extLst>
              <a:ext uri="{FF2B5EF4-FFF2-40B4-BE49-F238E27FC236}">
                <a16:creationId xmlns:a16="http://schemas.microsoft.com/office/drawing/2014/main" id="{B52A09E6-D39A-1924-C131-FEED0A952766}"/>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6" name="Picture Placeholder 15">
            <a:extLst>
              <a:ext uri="{FF2B5EF4-FFF2-40B4-BE49-F238E27FC236}">
                <a16:creationId xmlns:a16="http://schemas.microsoft.com/office/drawing/2014/main" id="{270353E4-7203-F007-2B7F-76E3536428CF}"/>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17" name="Picture Placeholder 15">
            <a:extLst>
              <a:ext uri="{FF2B5EF4-FFF2-40B4-BE49-F238E27FC236}">
                <a16:creationId xmlns:a16="http://schemas.microsoft.com/office/drawing/2014/main" id="{5B996097-C154-1646-7A44-B3F47471C8A9}"/>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18" name="Picture Placeholder 15">
            <a:extLst>
              <a:ext uri="{FF2B5EF4-FFF2-40B4-BE49-F238E27FC236}">
                <a16:creationId xmlns:a16="http://schemas.microsoft.com/office/drawing/2014/main" id="{E10F9CFE-7DA6-67BF-B9F0-514C0EE73C5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19" name="Picture Placeholder 15">
            <a:extLst>
              <a:ext uri="{FF2B5EF4-FFF2-40B4-BE49-F238E27FC236}">
                <a16:creationId xmlns:a16="http://schemas.microsoft.com/office/drawing/2014/main" id="{0B0AB8C9-1D20-7BE7-5898-41FAD8FF458A}"/>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761986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Four Content with Icons 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4E91DC-7A19-189D-88BF-41FF649D90FA}"/>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UST" descr="UST">
            <a:extLst>
              <a:ext uri="{FF2B5EF4-FFF2-40B4-BE49-F238E27FC236}">
                <a16:creationId xmlns:a16="http://schemas.microsoft.com/office/drawing/2014/main" id="{98320D35-625B-42B1-0DAB-E0F735F519C0}"/>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2E24C0DE-F12D-16B1-CA73-3C659B596216}"/>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5" name="Slide Number Placeholder 10">
            <a:extLst>
              <a:ext uri="{FF2B5EF4-FFF2-40B4-BE49-F238E27FC236}">
                <a16:creationId xmlns:a16="http://schemas.microsoft.com/office/drawing/2014/main" id="{7EBF936B-4A69-33A1-1F72-AFDC945BA0D0}"/>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3" name="Rectangle">
            <a:extLst>
              <a:ext uri="{FF2B5EF4-FFF2-40B4-BE49-F238E27FC236}">
                <a16:creationId xmlns:a16="http://schemas.microsoft.com/office/drawing/2014/main" id="{84DE45D0-0C9F-BEB2-7B47-656E34356562}"/>
              </a:ext>
            </a:extLst>
          </p:cNvPr>
          <p:cNvSpPr/>
          <p:nvPr userDrawn="1"/>
        </p:nvSpPr>
        <p:spPr>
          <a:xfrm>
            <a:off x="91879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1" name="Content Placeholder 2">
            <a:extLst>
              <a:ext uri="{FF2B5EF4-FFF2-40B4-BE49-F238E27FC236}">
                <a16:creationId xmlns:a16="http://schemas.microsoft.com/office/drawing/2014/main" id="{3AA5C671-3D69-9BA0-6A72-66479F973D14}"/>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2" name="Content Placeholder 3">
            <a:extLst>
              <a:ext uri="{FF2B5EF4-FFF2-40B4-BE49-F238E27FC236}">
                <a16:creationId xmlns:a16="http://schemas.microsoft.com/office/drawing/2014/main" id="{B252075D-9496-78FE-B65E-43EDAAB9AB3B}"/>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3" name="Content Placeholder 4">
            <a:extLst>
              <a:ext uri="{FF2B5EF4-FFF2-40B4-BE49-F238E27FC236}">
                <a16:creationId xmlns:a16="http://schemas.microsoft.com/office/drawing/2014/main" id="{A9E64215-D1F4-DD33-4BCA-06BC662E6EA2}"/>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5" name="Text Placeholder 23">
            <a:extLst>
              <a:ext uri="{FF2B5EF4-FFF2-40B4-BE49-F238E27FC236}">
                <a16:creationId xmlns:a16="http://schemas.microsoft.com/office/drawing/2014/main" id="{1685D53D-9872-2E05-F67B-F789AD538602}"/>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8" name="Text Placeholder 23">
            <a:extLst>
              <a:ext uri="{FF2B5EF4-FFF2-40B4-BE49-F238E27FC236}">
                <a16:creationId xmlns:a16="http://schemas.microsoft.com/office/drawing/2014/main" id="{F0F2594D-4B08-E96D-88C7-83D5B59DDA55}"/>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9" name="Text Placeholder 23">
            <a:extLst>
              <a:ext uri="{FF2B5EF4-FFF2-40B4-BE49-F238E27FC236}">
                <a16:creationId xmlns:a16="http://schemas.microsoft.com/office/drawing/2014/main" id="{A8C45A16-F6AF-79E4-ABE4-980985D6E88D}"/>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0" name="Content Placeholder 4">
            <a:extLst>
              <a:ext uri="{FF2B5EF4-FFF2-40B4-BE49-F238E27FC236}">
                <a16:creationId xmlns:a16="http://schemas.microsoft.com/office/drawing/2014/main" id="{A9467270-0EF8-A7E2-B6B1-F5C43D1F8AC4}"/>
              </a:ext>
            </a:extLst>
          </p:cNvPr>
          <p:cNvSpPr>
            <a:spLocks noGrp="1"/>
          </p:cNvSpPr>
          <p:nvPr>
            <p:ph sz="quarter" idx="30" hasCustomPrompt="1"/>
          </p:nvPr>
        </p:nvSpPr>
        <p:spPr>
          <a:xfrm>
            <a:off x="93355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31" name="Text Placeholder 23">
            <a:extLst>
              <a:ext uri="{FF2B5EF4-FFF2-40B4-BE49-F238E27FC236}">
                <a16:creationId xmlns:a16="http://schemas.microsoft.com/office/drawing/2014/main" id="{743D0181-5483-3441-362F-466023E6F418}"/>
              </a:ext>
            </a:extLst>
          </p:cNvPr>
          <p:cNvSpPr>
            <a:spLocks noGrp="1"/>
          </p:cNvSpPr>
          <p:nvPr>
            <p:ph type="body" sz="quarter" idx="31" hasCustomPrompt="1"/>
          </p:nvPr>
        </p:nvSpPr>
        <p:spPr>
          <a:xfrm>
            <a:off x="93355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32" name="Picture Placeholder 15">
            <a:extLst>
              <a:ext uri="{FF2B5EF4-FFF2-40B4-BE49-F238E27FC236}">
                <a16:creationId xmlns:a16="http://schemas.microsoft.com/office/drawing/2014/main" id="{0419E103-77EB-7D50-C2B7-BB9A49372C81}"/>
              </a:ext>
            </a:extLst>
          </p:cNvPr>
          <p:cNvSpPr>
            <a:spLocks noGrp="1"/>
          </p:cNvSpPr>
          <p:nvPr>
            <p:ph type="pic" sz="quarter" idx="32" hasCustomPrompt="1"/>
          </p:nvPr>
        </p:nvSpPr>
        <p:spPr>
          <a:xfrm>
            <a:off x="512725" y="1965325"/>
            <a:ext cx="539750" cy="539750"/>
          </a:xfrm>
        </p:spPr>
        <p:txBody>
          <a:bodyPr>
            <a:normAutofit/>
          </a:bodyPr>
          <a:lstStyle>
            <a:lvl1pPr marL="0" indent="0">
              <a:buFontTx/>
              <a:buNone/>
              <a:defRPr sz="1000"/>
            </a:lvl1pPr>
          </a:lstStyle>
          <a:p>
            <a:r>
              <a:rPr lang="en-US" dirty="0"/>
              <a:t>ICONS</a:t>
            </a:r>
          </a:p>
        </p:txBody>
      </p:sp>
      <p:sp>
        <p:nvSpPr>
          <p:cNvPr id="33" name="Picture Placeholder 15">
            <a:extLst>
              <a:ext uri="{FF2B5EF4-FFF2-40B4-BE49-F238E27FC236}">
                <a16:creationId xmlns:a16="http://schemas.microsoft.com/office/drawing/2014/main" id="{4CE07DAA-BBB0-10C2-D400-C1EA56893018}"/>
              </a:ext>
            </a:extLst>
          </p:cNvPr>
          <p:cNvSpPr>
            <a:spLocks noGrp="1"/>
          </p:cNvSpPr>
          <p:nvPr>
            <p:ph type="pic" sz="quarter" idx="33" hasCustomPrompt="1"/>
          </p:nvPr>
        </p:nvSpPr>
        <p:spPr>
          <a:xfrm>
            <a:off x="3453892" y="1965325"/>
            <a:ext cx="539750" cy="539750"/>
          </a:xfrm>
        </p:spPr>
        <p:txBody>
          <a:bodyPr>
            <a:normAutofit/>
          </a:bodyPr>
          <a:lstStyle>
            <a:lvl1pPr marL="0" indent="0">
              <a:buFontTx/>
              <a:buNone/>
              <a:defRPr sz="1000"/>
            </a:lvl1pPr>
          </a:lstStyle>
          <a:p>
            <a:r>
              <a:rPr lang="en-US" dirty="0"/>
              <a:t>ICONS</a:t>
            </a:r>
          </a:p>
        </p:txBody>
      </p:sp>
      <p:sp>
        <p:nvSpPr>
          <p:cNvPr id="34" name="Picture Placeholder 15">
            <a:extLst>
              <a:ext uri="{FF2B5EF4-FFF2-40B4-BE49-F238E27FC236}">
                <a16:creationId xmlns:a16="http://schemas.microsoft.com/office/drawing/2014/main" id="{357E1D4C-7741-CE2E-5049-4F0E67490A05}"/>
              </a:ext>
            </a:extLst>
          </p:cNvPr>
          <p:cNvSpPr>
            <a:spLocks noGrp="1"/>
          </p:cNvSpPr>
          <p:nvPr>
            <p:ph type="pic" sz="quarter" idx="34" hasCustomPrompt="1"/>
          </p:nvPr>
        </p:nvSpPr>
        <p:spPr>
          <a:xfrm>
            <a:off x="6394742" y="1965325"/>
            <a:ext cx="539750" cy="539750"/>
          </a:xfrm>
        </p:spPr>
        <p:txBody>
          <a:bodyPr>
            <a:normAutofit/>
          </a:bodyPr>
          <a:lstStyle>
            <a:lvl1pPr marL="0" indent="0">
              <a:buFontTx/>
              <a:buNone/>
              <a:defRPr sz="1000"/>
            </a:lvl1pPr>
          </a:lstStyle>
          <a:p>
            <a:r>
              <a:rPr lang="en-US" dirty="0"/>
              <a:t>ICONS</a:t>
            </a:r>
          </a:p>
        </p:txBody>
      </p:sp>
      <p:sp>
        <p:nvSpPr>
          <p:cNvPr id="35" name="Picture Placeholder 15">
            <a:extLst>
              <a:ext uri="{FF2B5EF4-FFF2-40B4-BE49-F238E27FC236}">
                <a16:creationId xmlns:a16="http://schemas.microsoft.com/office/drawing/2014/main" id="{392105B4-F615-0097-2247-1AF2C932EB48}"/>
              </a:ext>
            </a:extLst>
          </p:cNvPr>
          <p:cNvSpPr>
            <a:spLocks noGrp="1"/>
          </p:cNvSpPr>
          <p:nvPr>
            <p:ph type="pic" sz="quarter" idx="35" hasCustomPrompt="1"/>
          </p:nvPr>
        </p:nvSpPr>
        <p:spPr>
          <a:xfrm>
            <a:off x="9335592" y="1965325"/>
            <a:ext cx="539750" cy="539750"/>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166614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F2F7F8"/>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419163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500828-6071-0889-65BB-0FC3655E2D0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63BDAF2E-DD6E-72F0-91D7-FCD33F705716}"/>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3" name="Legal">
            <a:extLst>
              <a:ext uri="{FF2B5EF4-FFF2-40B4-BE49-F238E27FC236}">
                <a16:creationId xmlns:a16="http://schemas.microsoft.com/office/drawing/2014/main" id="{6E56E1E6-6F65-0611-37E8-798096A1F5DC}"/>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6" name="Slide Number Placeholder 10">
            <a:extLst>
              <a:ext uri="{FF2B5EF4-FFF2-40B4-BE49-F238E27FC236}">
                <a16:creationId xmlns:a16="http://schemas.microsoft.com/office/drawing/2014/main" id="{2C462018-605C-661D-7350-F489E287974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FD1411E7-651A-C39D-A51D-32CDA27B147D}"/>
              </a:ext>
            </a:extLst>
          </p:cNvPr>
          <p:cNvSpPr>
            <a:spLocks noGrp="1"/>
          </p:cNvSpPr>
          <p:nvPr>
            <p:ph type="pic" sz="quarter" idx="16" hasCustomPrompt="1"/>
          </p:nvPr>
        </p:nvSpPr>
        <p:spPr>
          <a:xfrm>
            <a:off x="9187992" y="1828800"/>
            <a:ext cx="2635200" cy="3714750"/>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0" name="Rectangle">
            <a:extLst>
              <a:ext uri="{FF2B5EF4-FFF2-40B4-BE49-F238E27FC236}">
                <a16:creationId xmlns:a16="http://schemas.microsoft.com/office/drawing/2014/main" id="{48742422-6537-1397-FC9C-2281DCB667AA}"/>
              </a:ext>
            </a:extLst>
          </p:cNvPr>
          <p:cNvSpPr/>
          <p:nvPr userDrawn="1"/>
        </p:nvSpPr>
        <p:spPr>
          <a:xfrm>
            <a:off x="365125"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1" name="Rectangle">
            <a:extLst>
              <a:ext uri="{FF2B5EF4-FFF2-40B4-BE49-F238E27FC236}">
                <a16:creationId xmlns:a16="http://schemas.microsoft.com/office/drawing/2014/main" id="{92085AB4-0821-EC77-6B6E-D700A6464A9A}"/>
              </a:ext>
            </a:extLst>
          </p:cNvPr>
          <p:cNvSpPr/>
          <p:nvPr userDrawn="1"/>
        </p:nvSpPr>
        <p:spPr>
          <a:xfrm>
            <a:off x="330629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12" name="Rectangle">
            <a:extLst>
              <a:ext uri="{FF2B5EF4-FFF2-40B4-BE49-F238E27FC236}">
                <a16:creationId xmlns:a16="http://schemas.microsoft.com/office/drawing/2014/main" id="{452A60C8-A3F6-A3AA-7C25-A59E6169A420}"/>
              </a:ext>
            </a:extLst>
          </p:cNvPr>
          <p:cNvSpPr/>
          <p:nvPr userDrawn="1"/>
        </p:nvSpPr>
        <p:spPr>
          <a:xfrm>
            <a:off x="6247142" y="1828800"/>
            <a:ext cx="2635200" cy="3714750"/>
          </a:xfrm>
          <a:prstGeom prst="rect">
            <a:avLst/>
          </a:prstGeom>
          <a:solidFill>
            <a:srgbClr val="D7E0E3"/>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6" name="Text Placeholder 23">
            <a:extLst>
              <a:ext uri="{FF2B5EF4-FFF2-40B4-BE49-F238E27FC236}">
                <a16:creationId xmlns:a16="http://schemas.microsoft.com/office/drawing/2014/main" id="{E87AAFDC-C5F8-9863-E682-0FADD32F75E4}"/>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27" name="Text Placeholder 23">
            <a:extLst>
              <a:ext uri="{FF2B5EF4-FFF2-40B4-BE49-F238E27FC236}">
                <a16:creationId xmlns:a16="http://schemas.microsoft.com/office/drawing/2014/main" id="{DA2E51EC-3B36-0590-AB00-E45EC6E92BCF}"/>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9" name="Title 1">
            <a:extLst>
              <a:ext uri="{FF2B5EF4-FFF2-40B4-BE49-F238E27FC236}">
                <a16:creationId xmlns:a16="http://schemas.microsoft.com/office/drawing/2014/main" id="{3A8771AB-23E6-B24D-A20F-781526D19D5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7" name="Text Placeholder 23">
            <a:extLst>
              <a:ext uri="{FF2B5EF4-FFF2-40B4-BE49-F238E27FC236}">
                <a16:creationId xmlns:a16="http://schemas.microsoft.com/office/drawing/2014/main" id="{0E8A22B5-D8FA-AC94-6A88-926A4D268ED8}"/>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8" name="Text Placeholder 23">
            <a:extLst>
              <a:ext uri="{FF2B5EF4-FFF2-40B4-BE49-F238E27FC236}">
                <a16:creationId xmlns:a16="http://schemas.microsoft.com/office/drawing/2014/main" id="{74339A3B-427E-47EB-1B5C-C0731E675121}"/>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15" name="Text Placeholder 23">
            <a:extLst>
              <a:ext uri="{FF2B5EF4-FFF2-40B4-BE49-F238E27FC236}">
                <a16:creationId xmlns:a16="http://schemas.microsoft.com/office/drawing/2014/main" id="{7899FE24-A5C4-23E3-47FE-433C39AE6324}"/>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2"/>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290681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hree Content with numbering and Image B">
    <p:bg>
      <p:bgPr>
        <a:solidFill>
          <a:srgbClr val="231F20"/>
        </a:solidFill>
        <a:effectLst/>
      </p:bgPr>
    </p:bg>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8B4A6D51-0ECE-1508-082B-74183E57491A}"/>
              </a:ext>
            </a:extLst>
          </p:cNvPr>
          <p:cNvSpPr>
            <a:spLocks noGrp="1"/>
          </p:cNvSpPr>
          <p:nvPr>
            <p:ph type="pic" sz="quarter" idx="16" hasCustomPrompt="1"/>
          </p:nvPr>
        </p:nvSpPr>
        <p:spPr>
          <a:xfrm>
            <a:off x="9187992" y="1828800"/>
            <a:ext cx="2635200" cy="3714750"/>
          </a:xfrm>
          <a:solidFill>
            <a:schemeClr val="tx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3" name="Rectangle">
            <a:extLst>
              <a:ext uri="{FF2B5EF4-FFF2-40B4-BE49-F238E27FC236}">
                <a16:creationId xmlns:a16="http://schemas.microsoft.com/office/drawing/2014/main" id="{033E8A50-B66E-182E-DF12-37DB1488F935}"/>
              </a:ext>
            </a:extLst>
          </p:cNvPr>
          <p:cNvSpPr/>
          <p:nvPr userDrawn="1"/>
        </p:nvSpPr>
        <p:spPr>
          <a:xfrm>
            <a:off x="365125"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4" name="Rectangle">
            <a:extLst>
              <a:ext uri="{FF2B5EF4-FFF2-40B4-BE49-F238E27FC236}">
                <a16:creationId xmlns:a16="http://schemas.microsoft.com/office/drawing/2014/main" id="{853A4EE3-F8CD-12D1-1633-8C6E7A7612D9}"/>
              </a:ext>
            </a:extLst>
          </p:cNvPr>
          <p:cNvSpPr/>
          <p:nvPr userDrawn="1"/>
        </p:nvSpPr>
        <p:spPr>
          <a:xfrm>
            <a:off x="330629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5" name="Rectangle">
            <a:extLst>
              <a:ext uri="{FF2B5EF4-FFF2-40B4-BE49-F238E27FC236}">
                <a16:creationId xmlns:a16="http://schemas.microsoft.com/office/drawing/2014/main" id="{0D9A3108-F2E2-EC14-41C0-BA4F107860F8}"/>
              </a:ext>
            </a:extLst>
          </p:cNvPr>
          <p:cNvSpPr/>
          <p:nvPr userDrawn="1"/>
        </p:nvSpPr>
        <p:spPr>
          <a:xfrm>
            <a:off x="6247142" y="1828800"/>
            <a:ext cx="2635200" cy="3714750"/>
          </a:xfrm>
          <a:prstGeom prst="rect">
            <a:avLst/>
          </a:prstGeom>
          <a:solidFill>
            <a:schemeClr val="accent5"/>
          </a:solidFill>
          <a:ln w="12700">
            <a:miter lim="400000"/>
          </a:ln>
        </p:spPr>
        <p:txBody>
          <a:bodyPr lIns="0" tIns="0" rIns="0" bIns="0"/>
          <a:lstStyle/>
          <a:p>
            <a:pPr algn="l">
              <a:lnSpc>
                <a:spcPct val="100000"/>
              </a:lnSpc>
              <a:defRPr sz="2800">
                <a:solidFill>
                  <a:srgbClr val="FFFFFF"/>
                </a:solidFill>
                <a:latin typeface="Arial"/>
                <a:ea typeface="Arial"/>
                <a:cs typeface="Arial"/>
                <a:sym typeface="Arial"/>
              </a:defRPr>
            </a:pPr>
            <a:endParaRPr lang="en-US">
              <a:solidFill>
                <a:schemeClr val="tx1"/>
              </a:solidFill>
            </a:endParaRPr>
          </a:p>
        </p:txBody>
      </p:sp>
      <p:sp>
        <p:nvSpPr>
          <p:cNvPr id="6" name="Content Placeholder 2">
            <a:extLst>
              <a:ext uri="{FF2B5EF4-FFF2-40B4-BE49-F238E27FC236}">
                <a16:creationId xmlns:a16="http://schemas.microsoft.com/office/drawing/2014/main" id="{8E900DCB-53B8-B843-155B-6365EA82E65A}"/>
              </a:ext>
            </a:extLst>
          </p:cNvPr>
          <p:cNvSpPr>
            <a:spLocks noGrp="1"/>
          </p:cNvSpPr>
          <p:nvPr>
            <p:ph sz="half" idx="1" hasCustomPrompt="1"/>
          </p:nvPr>
        </p:nvSpPr>
        <p:spPr>
          <a:xfrm>
            <a:off x="512725"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7" name="Content Placeholder 3">
            <a:extLst>
              <a:ext uri="{FF2B5EF4-FFF2-40B4-BE49-F238E27FC236}">
                <a16:creationId xmlns:a16="http://schemas.microsoft.com/office/drawing/2014/main" id="{6C32CF81-40DF-6231-15DC-F553CEE5D224}"/>
              </a:ext>
            </a:extLst>
          </p:cNvPr>
          <p:cNvSpPr>
            <a:spLocks noGrp="1"/>
          </p:cNvSpPr>
          <p:nvPr>
            <p:ph sz="half" idx="2" hasCustomPrompt="1"/>
          </p:nvPr>
        </p:nvSpPr>
        <p:spPr>
          <a:xfrm>
            <a:off x="345389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8" name="Content Placeholder 4">
            <a:extLst>
              <a:ext uri="{FF2B5EF4-FFF2-40B4-BE49-F238E27FC236}">
                <a16:creationId xmlns:a16="http://schemas.microsoft.com/office/drawing/2014/main" id="{DC4A2E89-D5BA-E9DA-4410-342939BD0465}"/>
              </a:ext>
            </a:extLst>
          </p:cNvPr>
          <p:cNvSpPr>
            <a:spLocks noGrp="1"/>
          </p:cNvSpPr>
          <p:nvPr>
            <p:ph sz="quarter" idx="13" hasCustomPrompt="1"/>
          </p:nvPr>
        </p:nvSpPr>
        <p:spPr>
          <a:xfrm>
            <a:off x="6394742" y="3285489"/>
            <a:ext cx="2340000" cy="2124000"/>
          </a:xfrm>
        </p:spPr>
        <p:txBody>
          <a:bodyPr/>
          <a:lstStyle>
            <a:lvl1pPr marL="0" indent="0">
              <a:spcBef>
                <a:spcPts val="600"/>
              </a:spcBef>
              <a:buFontTx/>
              <a:buNone/>
              <a:defRPr sz="1200">
                <a:solidFill>
                  <a:schemeClr val="tx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Designated space to input the body text for your content. Use it to convey your message, share information, or express your ideas effectively.</a:t>
            </a:r>
          </a:p>
        </p:txBody>
      </p:sp>
      <p:sp>
        <p:nvSpPr>
          <p:cNvPr id="10" name="Text Placeholder 23">
            <a:extLst>
              <a:ext uri="{FF2B5EF4-FFF2-40B4-BE49-F238E27FC236}">
                <a16:creationId xmlns:a16="http://schemas.microsoft.com/office/drawing/2014/main" id="{2450CC90-F356-A855-4F14-24E0CF0DC9A1}"/>
              </a:ext>
            </a:extLst>
          </p:cNvPr>
          <p:cNvSpPr>
            <a:spLocks noGrp="1"/>
          </p:cNvSpPr>
          <p:nvPr>
            <p:ph type="body" sz="quarter" idx="24" hasCustomPrompt="1"/>
          </p:nvPr>
        </p:nvSpPr>
        <p:spPr>
          <a:xfrm>
            <a:off x="512725"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1" name="Text Placeholder 23">
            <a:extLst>
              <a:ext uri="{FF2B5EF4-FFF2-40B4-BE49-F238E27FC236}">
                <a16:creationId xmlns:a16="http://schemas.microsoft.com/office/drawing/2014/main" id="{64B5BDE5-182D-FEF7-9B09-BDBC36C5D1F0}"/>
              </a:ext>
            </a:extLst>
          </p:cNvPr>
          <p:cNvSpPr>
            <a:spLocks noGrp="1"/>
          </p:cNvSpPr>
          <p:nvPr>
            <p:ph type="body" sz="quarter" idx="25" hasCustomPrompt="1"/>
          </p:nvPr>
        </p:nvSpPr>
        <p:spPr>
          <a:xfrm>
            <a:off x="345389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2" name="Text Placeholder 23">
            <a:extLst>
              <a:ext uri="{FF2B5EF4-FFF2-40B4-BE49-F238E27FC236}">
                <a16:creationId xmlns:a16="http://schemas.microsoft.com/office/drawing/2014/main" id="{EA5AB929-D518-8327-70AD-2CC6DB4CCD55}"/>
              </a:ext>
            </a:extLst>
          </p:cNvPr>
          <p:cNvSpPr>
            <a:spLocks noGrp="1"/>
          </p:cNvSpPr>
          <p:nvPr>
            <p:ph type="body" sz="quarter" idx="26" hasCustomPrompt="1"/>
          </p:nvPr>
        </p:nvSpPr>
        <p:spPr>
          <a:xfrm>
            <a:off x="6394742" y="2630170"/>
            <a:ext cx="2340000" cy="516889"/>
          </a:xfrm>
        </p:spPr>
        <p:txBody>
          <a:bodyPr>
            <a:noAutofit/>
          </a:bodyPr>
          <a:lstStyle>
            <a:lvl1pPr marL="0" indent="0">
              <a:buFontTx/>
              <a:buNone/>
              <a:defRPr sz="16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Title in no more than 2 lines of text</a:t>
            </a:r>
          </a:p>
        </p:txBody>
      </p:sp>
      <p:sp>
        <p:nvSpPr>
          <p:cNvPr id="13" name="Title 1">
            <a:extLst>
              <a:ext uri="{FF2B5EF4-FFF2-40B4-BE49-F238E27FC236}">
                <a16:creationId xmlns:a16="http://schemas.microsoft.com/office/drawing/2014/main" id="{CA4C7341-6A9E-B882-C754-AC87CFCC15C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4" name="Text Placeholder 23">
            <a:extLst>
              <a:ext uri="{FF2B5EF4-FFF2-40B4-BE49-F238E27FC236}">
                <a16:creationId xmlns:a16="http://schemas.microsoft.com/office/drawing/2014/main" id="{D89ABCC6-09D1-44B5-7718-09418D58E74E}"/>
              </a:ext>
            </a:extLst>
          </p:cNvPr>
          <p:cNvSpPr>
            <a:spLocks noGrp="1"/>
          </p:cNvSpPr>
          <p:nvPr>
            <p:ph type="body" sz="quarter" idx="27" hasCustomPrompt="1"/>
          </p:nvPr>
        </p:nvSpPr>
        <p:spPr>
          <a:xfrm>
            <a:off x="512725"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01</a:t>
            </a:r>
          </a:p>
        </p:txBody>
      </p:sp>
      <p:sp>
        <p:nvSpPr>
          <p:cNvPr id="27" name="Text Placeholder 23">
            <a:extLst>
              <a:ext uri="{FF2B5EF4-FFF2-40B4-BE49-F238E27FC236}">
                <a16:creationId xmlns:a16="http://schemas.microsoft.com/office/drawing/2014/main" id="{2CEFAD42-6CC3-30B0-1CEF-B7A24BB50EED}"/>
              </a:ext>
            </a:extLst>
          </p:cNvPr>
          <p:cNvSpPr>
            <a:spLocks noGrp="1"/>
          </p:cNvSpPr>
          <p:nvPr>
            <p:ph type="body" sz="quarter" idx="28" hasCustomPrompt="1"/>
          </p:nvPr>
        </p:nvSpPr>
        <p:spPr>
          <a:xfrm>
            <a:off x="345389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02</a:t>
            </a:r>
          </a:p>
        </p:txBody>
      </p:sp>
      <p:sp>
        <p:nvSpPr>
          <p:cNvPr id="28" name="Text Placeholder 23">
            <a:extLst>
              <a:ext uri="{FF2B5EF4-FFF2-40B4-BE49-F238E27FC236}">
                <a16:creationId xmlns:a16="http://schemas.microsoft.com/office/drawing/2014/main" id="{7F919A03-3F72-30C4-9950-8C5CC5FBEFE2}"/>
              </a:ext>
            </a:extLst>
          </p:cNvPr>
          <p:cNvSpPr>
            <a:spLocks noGrp="1"/>
          </p:cNvSpPr>
          <p:nvPr>
            <p:ph type="body" sz="quarter" idx="29" hasCustomPrompt="1"/>
          </p:nvPr>
        </p:nvSpPr>
        <p:spPr>
          <a:xfrm>
            <a:off x="6394742" y="1990090"/>
            <a:ext cx="508978" cy="516889"/>
          </a:xfrm>
        </p:spPr>
        <p:txBody>
          <a:bodyPr>
            <a:noAutofit/>
          </a:bodyPr>
          <a:lstStyle>
            <a:lvl1pPr marL="0" indent="0">
              <a:buFontTx/>
              <a:buNone/>
              <a:defRPr sz="2800" b="1">
                <a:solidFill>
                  <a:schemeClr val="tx1"/>
                </a:solidFill>
              </a:defRPr>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03</a:t>
            </a:r>
          </a:p>
        </p:txBody>
      </p:sp>
    </p:spTree>
    <p:extLst>
      <p:ext uri="{BB962C8B-B14F-4D97-AF65-F5344CB8AC3E}">
        <p14:creationId xmlns:p14="http://schemas.microsoft.com/office/powerpoint/2010/main" val="17680448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hree Content Image with Icons">
    <p:spTree>
      <p:nvGrpSpPr>
        <p:cNvPr id="1" name=""/>
        <p:cNvGrpSpPr/>
        <p:nvPr/>
      </p:nvGrpSpPr>
      <p:grpSpPr>
        <a:xfrm>
          <a:off x="0" y="0"/>
          <a:ext cx="0" cy="0"/>
          <a:chOff x="0" y="0"/>
          <a:chExt cx="0" cy="0"/>
        </a:xfrm>
      </p:grpSpPr>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56379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ntent Image with Icons 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B4741B-2852-3A02-43CD-15AA8E710A1D}"/>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6" name="UST" descr="UST">
            <a:extLst>
              <a:ext uri="{FF2B5EF4-FFF2-40B4-BE49-F238E27FC236}">
                <a16:creationId xmlns:a16="http://schemas.microsoft.com/office/drawing/2014/main" id="{8160C99E-CF9F-1750-1275-9F67A2D3D26E}"/>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Legal">
            <a:extLst>
              <a:ext uri="{FF2B5EF4-FFF2-40B4-BE49-F238E27FC236}">
                <a16:creationId xmlns:a16="http://schemas.microsoft.com/office/drawing/2014/main" id="{E4D8010C-811E-CCE4-8F0E-C08AA3569E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8" name="Slide Number Placeholder 10">
            <a:extLst>
              <a:ext uri="{FF2B5EF4-FFF2-40B4-BE49-F238E27FC236}">
                <a16:creationId xmlns:a16="http://schemas.microsoft.com/office/drawing/2014/main" id="{865D83B1-9530-C977-4ACB-0613AEF2783F}"/>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1508762"/>
            <a:ext cx="3976688" cy="3749038"/>
          </a:xfrm>
          <a:solidFill>
            <a:schemeClr val="bg1"/>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9483192"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365760" y="5554277"/>
            <a:ext cx="8914624" cy="526483"/>
          </a:xfrm>
        </p:spPr>
        <p:txBody>
          <a:bodyPr>
            <a:noAutofit/>
          </a:bodyPr>
          <a:lstStyle>
            <a:lvl1pPr marL="0" indent="0">
              <a:buFontTx/>
              <a:buNone/>
              <a:defRPr sz="18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00% Here you can add an important metric</a:t>
            </a:r>
          </a:p>
        </p:txBody>
      </p:sp>
      <p:sp>
        <p:nvSpPr>
          <p:cNvPr id="24" name="Text Placeholder 23">
            <a:extLst>
              <a:ext uri="{FF2B5EF4-FFF2-40B4-BE49-F238E27FC236}">
                <a16:creationId xmlns:a16="http://schemas.microsoft.com/office/drawing/2014/main" id="{99151199-89C4-C469-2508-71FDE0F98C11}"/>
              </a:ext>
            </a:extLst>
          </p:cNvPr>
          <p:cNvSpPr>
            <a:spLocks noGrp="1"/>
          </p:cNvSpPr>
          <p:nvPr>
            <p:ph type="body" sz="quarter" idx="24" hasCustomPrompt="1"/>
          </p:nvPr>
        </p:nvSpPr>
        <p:spPr>
          <a:xfrm>
            <a:off x="4288853" y="1619954"/>
            <a:ext cx="7534339" cy="567655"/>
          </a:xfrm>
        </p:spPr>
        <p:txBody>
          <a:bodyPr>
            <a:noAutofit/>
          </a:bodyPr>
          <a:lstStyle>
            <a:lvl1pPr marL="0" indent="0">
              <a:buFontTx/>
              <a:buNone/>
              <a:defRPr sz="1600" b="0"/>
            </a:lvl1pPr>
            <a:lvl2pPr marL="182880" indent="0">
              <a:buFontTx/>
              <a:buNone/>
              <a:defRPr sz="1600" b="1"/>
            </a:lvl2pPr>
            <a:lvl3pPr marL="365760" indent="0">
              <a:buFontTx/>
              <a:buNone/>
              <a:defRPr sz="1600" b="1"/>
            </a:lvl3pPr>
            <a:lvl4pPr marL="548640" indent="0">
              <a:buFontTx/>
              <a:buNone/>
              <a:defRPr sz="1600" b="1"/>
            </a:lvl4pPr>
            <a:lvl5pPr marL="731520" indent="0">
              <a:buFontTx/>
              <a:buNone/>
              <a:defRPr sz="1600" b="1"/>
            </a:lvl5pPr>
          </a:lstStyle>
          <a:p>
            <a:pPr lvl="0"/>
            <a:r>
              <a:rPr lang="en-US" dirty="0"/>
              <a:t>Add a sub-copy.  Please use  a concise text in no more than 2lines.</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9" name="Content Placeholder 4">
            <a:extLst>
              <a:ext uri="{FF2B5EF4-FFF2-40B4-BE49-F238E27FC236}">
                <a16:creationId xmlns:a16="http://schemas.microsoft.com/office/drawing/2014/main" id="{726EED03-A762-2DAD-DD3F-E81CF2FD5BFF}"/>
              </a:ext>
            </a:extLst>
          </p:cNvPr>
          <p:cNvSpPr>
            <a:spLocks noGrp="1"/>
          </p:cNvSpPr>
          <p:nvPr>
            <p:ph sz="quarter" idx="30" hasCustomPrompt="1"/>
          </p:nvPr>
        </p:nvSpPr>
        <p:spPr>
          <a:xfrm>
            <a:off x="6940384" y="3200400"/>
            <a:ext cx="2340000" cy="205740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4288536" y="2544377"/>
            <a:ext cx="526483" cy="526483"/>
          </a:xfrm>
        </p:spPr>
        <p:txBody>
          <a:bodyPr>
            <a:normAutofit/>
          </a:bodyPr>
          <a:lstStyle>
            <a:lvl1pPr marL="0" indent="0">
              <a:buFontTx/>
              <a:buNone/>
              <a:defRPr sz="1000"/>
            </a:lvl1pPr>
          </a:lstStyle>
          <a:p>
            <a:r>
              <a:rPr lang="en-US" dirty="0"/>
              <a:t>ICONS</a:t>
            </a:r>
          </a:p>
        </p:txBody>
      </p:sp>
      <p:sp>
        <p:nvSpPr>
          <p:cNvPr id="12" name="Picture Placeholder 15">
            <a:extLst>
              <a:ext uri="{FF2B5EF4-FFF2-40B4-BE49-F238E27FC236}">
                <a16:creationId xmlns:a16="http://schemas.microsoft.com/office/drawing/2014/main" id="{4B824EB2-EC9F-EE0A-2FA6-604FBCDA6CBF}"/>
              </a:ext>
            </a:extLst>
          </p:cNvPr>
          <p:cNvSpPr>
            <a:spLocks noGrp="1"/>
          </p:cNvSpPr>
          <p:nvPr>
            <p:ph type="pic" sz="quarter" idx="34" hasCustomPrompt="1"/>
          </p:nvPr>
        </p:nvSpPr>
        <p:spPr>
          <a:xfrm>
            <a:off x="6940384" y="2544377"/>
            <a:ext cx="526483" cy="526483"/>
          </a:xfrm>
        </p:spPr>
        <p:txBody>
          <a:bodyPr>
            <a:normAutofit/>
          </a:bodyPr>
          <a:lstStyle>
            <a:lvl1pPr marL="0" indent="0">
              <a:buFontTx/>
              <a:buNone/>
              <a:defRPr sz="1000"/>
            </a:lvl1pPr>
          </a:lstStyle>
          <a:p>
            <a:r>
              <a:rPr lang="en-US" dirty="0"/>
              <a:t>ICONS</a:t>
            </a:r>
          </a:p>
        </p:txBody>
      </p:sp>
      <p:sp>
        <p:nvSpPr>
          <p:cNvPr id="13" name="Picture Placeholder 15">
            <a:extLst>
              <a:ext uri="{FF2B5EF4-FFF2-40B4-BE49-F238E27FC236}">
                <a16:creationId xmlns:a16="http://schemas.microsoft.com/office/drawing/2014/main" id="{ED0CDC29-DAFE-A98E-0003-DFC109D40540}"/>
              </a:ext>
            </a:extLst>
          </p:cNvPr>
          <p:cNvSpPr>
            <a:spLocks noGrp="1"/>
          </p:cNvSpPr>
          <p:nvPr>
            <p:ph type="pic" sz="quarter" idx="35" hasCustomPrompt="1"/>
          </p:nvPr>
        </p:nvSpPr>
        <p:spPr>
          <a:xfrm>
            <a:off x="9483192" y="2544377"/>
            <a:ext cx="526483" cy="526483"/>
          </a:xfrm>
        </p:spPr>
        <p:txBody>
          <a:bodyPr>
            <a:normAutofit/>
          </a:bodyPr>
          <a:lstStyle>
            <a:lvl1pPr marL="0" indent="0">
              <a:buFontTx/>
              <a:buNone/>
              <a:defRPr sz="1000"/>
            </a:lvl1pPr>
          </a:lstStyle>
          <a:p>
            <a:r>
              <a:rPr lang="en-US" dirty="0"/>
              <a:t>ICONS</a:t>
            </a:r>
          </a:p>
        </p:txBody>
      </p:sp>
    </p:spTree>
    <p:extLst>
      <p:ext uri="{BB962C8B-B14F-4D97-AF65-F5344CB8AC3E}">
        <p14:creationId xmlns:p14="http://schemas.microsoft.com/office/powerpoint/2010/main" val="3390731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544BFA8F-920A-9CDF-6246-2F65467AE3C5}"/>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11" name="Picture Placeholder 15">
            <a:extLst>
              <a:ext uri="{FF2B5EF4-FFF2-40B4-BE49-F238E27FC236}">
                <a16:creationId xmlns:a16="http://schemas.microsoft.com/office/drawing/2014/main" id="{8B5E2858-A924-EDA4-FB7B-E191EDFCA122}"/>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6" name="Content Placeholder 3">
            <a:extLst>
              <a:ext uri="{FF2B5EF4-FFF2-40B4-BE49-F238E27FC236}">
                <a16:creationId xmlns:a16="http://schemas.microsoft.com/office/drawing/2014/main" id="{060471DA-547D-255F-D494-B5B229AE841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7" name="Picture Placeholder 15">
            <a:extLst>
              <a:ext uri="{FF2B5EF4-FFF2-40B4-BE49-F238E27FC236}">
                <a16:creationId xmlns:a16="http://schemas.microsoft.com/office/drawing/2014/main" id="{AACBF491-226E-CC82-6473-CE08F7DAA147}"/>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10" name="Content Placeholder 3">
            <a:extLst>
              <a:ext uri="{FF2B5EF4-FFF2-40B4-BE49-F238E27FC236}">
                <a16:creationId xmlns:a16="http://schemas.microsoft.com/office/drawing/2014/main" id="{90079E21-E643-2B1E-5CB0-AEDFA4373D7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5" name="Picture Placeholder 15">
            <a:extLst>
              <a:ext uri="{FF2B5EF4-FFF2-40B4-BE49-F238E27FC236}">
                <a16:creationId xmlns:a16="http://schemas.microsoft.com/office/drawing/2014/main" id="{39B95005-AC3B-4823-6365-72E4B39E20ED}"/>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19" name="Text Placeholder 17">
            <a:extLst>
              <a:ext uri="{FF2B5EF4-FFF2-40B4-BE49-F238E27FC236}">
                <a16:creationId xmlns:a16="http://schemas.microsoft.com/office/drawing/2014/main" id="{F115BF04-14DF-5A60-DDCE-86CEFEAD569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1" name="Text Placeholder 17">
            <a:extLst>
              <a:ext uri="{FF2B5EF4-FFF2-40B4-BE49-F238E27FC236}">
                <a16:creationId xmlns:a16="http://schemas.microsoft.com/office/drawing/2014/main" id="{06B2DAC2-4037-2A6F-A67E-88004A36294A}"/>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237161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Highlighting cotent with Percentage 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E66016-FB95-B97A-DC2A-E341813F10C9}"/>
              </a:ext>
            </a:extLst>
          </p:cNvPr>
          <p:cNvSpPr/>
          <p:nvPr userDrawn="1"/>
        </p:nvSpPr>
        <p:spPr>
          <a:xfrm>
            <a:off x="0" y="0"/>
            <a:ext cx="12192000" cy="6858000"/>
          </a:xfrm>
          <a:prstGeom prst="rect">
            <a:avLst/>
          </a:prstGeom>
          <a:solidFill>
            <a:srgbClr val="F2F7F8"/>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3" name="Legal">
            <a:extLst>
              <a:ext uri="{FF2B5EF4-FFF2-40B4-BE49-F238E27FC236}">
                <a16:creationId xmlns:a16="http://schemas.microsoft.com/office/drawing/2014/main" id="{035ACE38-FB19-B319-F1ED-10185FFDF487}"/>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14" name="Slide Number Placeholder 10">
            <a:extLst>
              <a:ext uri="{FF2B5EF4-FFF2-40B4-BE49-F238E27FC236}">
                <a16:creationId xmlns:a16="http://schemas.microsoft.com/office/drawing/2014/main" id="{7D262AB0-A4ED-6092-158D-0E37CB201438}"/>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 name="Picture Placeholder 2">
            <a:extLst>
              <a:ext uri="{FF2B5EF4-FFF2-40B4-BE49-F238E27FC236}">
                <a16:creationId xmlns:a16="http://schemas.microsoft.com/office/drawing/2014/main" id="{6DC060F8-7E0D-F3F3-8508-FCD9FD316FB9}"/>
              </a:ext>
            </a:extLst>
          </p:cNvPr>
          <p:cNvSpPr>
            <a:spLocks noGrp="1"/>
          </p:cNvSpPr>
          <p:nvPr>
            <p:ph type="pic" sz="quarter" idx="16" hasCustomPrompt="1"/>
          </p:nvPr>
        </p:nvSpPr>
        <p:spPr>
          <a:xfrm>
            <a:off x="0" y="0"/>
            <a:ext cx="508254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20" name="Content Placeholder 2">
            <a:extLst>
              <a:ext uri="{FF2B5EF4-FFF2-40B4-BE49-F238E27FC236}">
                <a16:creationId xmlns:a16="http://schemas.microsoft.com/office/drawing/2014/main" id="{5CD5656A-1AE2-C177-6694-60B5643A5155}"/>
              </a:ext>
            </a:extLst>
          </p:cNvPr>
          <p:cNvSpPr>
            <a:spLocks noGrp="1"/>
          </p:cNvSpPr>
          <p:nvPr>
            <p:ph sz="half" idx="23" hasCustomPrompt="1"/>
          </p:nvPr>
        </p:nvSpPr>
        <p:spPr>
          <a:xfrm>
            <a:off x="5569516" y="5554277"/>
            <a:ext cx="6252972"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5" name="Title 1">
            <a:extLst>
              <a:ext uri="{FF2B5EF4-FFF2-40B4-BE49-F238E27FC236}">
                <a16:creationId xmlns:a16="http://schemas.microsoft.com/office/drawing/2014/main" id="{9582BF1F-6798-244E-6B8B-41ABB5EE69C8}"/>
              </a:ext>
            </a:extLst>
          </p:cNvPr>
          <p:cNvSpPr>
            <a:spLocks noGrp="1"/>
          </p:cNvSpPr>
          <p:nvPr>
            <p:ph type="title" hasCustomPrompt="1"/>
          </p:nvPr>
        </p:nvSpPr>
        <p:spPr>
          <a:xfrm>
            <a:off x="5570220" y="365759"/>
            <a:ext cx="6252972" cy="1485901"/>
          </a:xfrm>
        </p:spPr>
        <p:txBody>
          <a:bodyPr/>
          <a:lstStyle>
            <a:lvl1pPr>
              <a:defRPr>
                <a:latin typeface="Aptos Light" panose="020B0004020202020204" pitchFamily="34" charset="0"/>
              </a:defRPr>
            </a:lvl1pPr>
          </a:lstStyle>
          <a:p>
            <a:r>
              <a:rPr lang="en-US" dirty="0"/>
              <a:t>[Slide title]</a:t>
            </a:r>
          </a:p>
        </p:txBody>
      </p:sp>
      <p:sp>
        <p:nvSpPr>
          <p:cNvPr id="27" name="Text Placeholder 17">
            <a:extLst>
              <a:ext uri="{FF2B5EF4-FFF2-40B4-BE49-F238E27FC236}">
                <a16:creationId xmlns:a16="http://schemas.microsoft.com/office/drawing/2014/main" id="{01C2B288-91EB-5DC9-FDB6-DA4B066E027F}"/>
              </a:ext>
            </a:extLst>
          </p:cNvPr>
          <p:cNvSpPr>
            <a:spLocks noGrp="1"/>
          </p:cNvSpPr>
          <p:nvPr>
            <p:ph type="body" sz="quarter" idx="41" hasCustomPrompt="1"/>
          </p:nvPr>
        </p:nvSpPr>
        <p:spPr>
          <a:xfrm>
            <a:off x="6309358" y="2544763"/>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28" name="Content Placeholder 3">
            <a:extLst>
              <a:ext uri="{FF2B5EF4-FFF2-40B4-BE49-F238E27FC236}">
                <a16:creationId xmlns:a16="http://schemas.microsoft.com/office/drawing/2014/main" id="{1C41F1FB-9BFF-D120-AEE5-E46A6EC1C212}"/>
              </a:ext>
            </a:extLst>
          </p:cNvPr>
          <p:cNvSpPr>
            <a:spLocks noGrp="1"/>
          </p:cNvSpPr>
          <p:nvPr>
            <p:ph sz="half" idx="2" hasCustomPrompt="1"/>
          </p:nvPr>
        </p:nvSpPr>
        <p:spPr>
          <a:xfrm>
            <a:off x="7368538" y="254437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29" name="Picture Placeholder 15">
            <a:extLst>
              <a:ext uri="{FF2B5EF4-FFF2-40B4-BE49-F238E27FC236}">
                <a16:creationId xmlns:a16="http://schemas.microsoft.com/office/drawing/2014/main" id="{20168701-32DE-B60C-86CF-A2FA91F1326E}"/>
              </a:ext>
            </a:extLst>
          </p:cNvPr>
          <p:cNvSpPr>
            <a:spLocks noGrp="1"/>
          </p:cNvSpPr>
          <p:nvPr>
            <p:ph type="pic" sz="quarter" idx="33" hasCustomPrompt="1"/>
          </p:nvPr>
        </p:nvSpPr>
        <p:spPr>
          <a:xfrm>
            <a:off x="5569517" y="2544377"/>
            <a:ext cx="526483" cy="663643"/>
          </a:xfrm>
        </p:spPr>
        <p:txBody>
          <a:bodyPr>
            <a:normAutofit/>
          </a:bodyPr>
          <a:lstStyle>
            <a:lvl1pPr marL="0" indent="0">
              <a:buFontTx/>
              <a:buNone/>
              <a:defRPr sz="1000"/>
            </a:lvl1pPr>
          </a:lstStyle>
          <a:p>
            <a:r>
              <a:rPr lang="en-US" dirty="0"/>
              <a:t>ICONS</a:t>
            </a:r>
          </a:p>
        </p:txBody>
      </p:sp>
      <p:sp>
        <p:nvSpPr>
          <p:cNvPr id="30" name="Content Placeholder 3">
            <a:extLst>
              <a:ext uri="{FF2B5EF4-FFF2-40B4-BE49-F238E27FC236}">
                <a16:creationId xmlns:a16="http://schemas.microsoft.com/office/drawing/2014/main" id="{1CA8A6CB-43DF-37E1-7314-DC54A2F259A4}"/>
              </a:ext>
            </a:extLst>
          </p:cNvPr>
          <p:cNvSpPr>
            <a:spLocks noGrp="1"/>
          </p:cNvSpPr>
          <p:nvPr>
            <p:ph sz="half" idx="35" hasCustomPrompt="1"/>
          </p:nvPr>
        </p:nvSpPr>
        <p:spPr>
          <a:xfrm>
            <a:off x="7368538" y="345115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1" name="Picture Placeholder 15">
            <a:extLst>
              <a:ext uri="{FF2B5EF4-FFF2-40B4-BE49-F238E27FC236}">
                <a16:creationId xmlns:a16="http://schemas.microsoft.com/office/drawing/2014/main" id="{605A113E-759E-FB17-82A3-E5A1E796F512}"/>
              </a:ext>
            </a:extLst>
          </p:cNvPr>
          <p:cNvSpPr>
            <a:spLocks noGrp="1"/>
          </p:cNvSpPr>
          <p:nvPr>
            <p:ph type="pic" sz="quarter" idx="36" hasCustomPrompt="1"/>
          </p:nvPr>
        </p:nvSpPr>
        <p:spPr>
          <a:xfrm>
            <a:off x="5569517" y="3451157"/>
            <a:ext cx="526483" cy="663643"/>
          </a:xfrm>
        </p:spPr>
        <p:txBody>
          <a:bodyPr>
            <a:normAutofit/>
          </a:bodyPr>
          <a:lstStyle>
            <a:lvl1pPr marL="0" indent="0">
              <a:buFontTx/>
              <a:buNone/>
              <a:defRPr sz="1000"/>
            </a:lvl1pPr>
          </a:lstStyle>
          <a:p>
            <a:r>
              <a:rPr lang="en-US" dirty="0"/>
              <a:t>ICONS</a:t>
            </a:r>
          </a:p>
        </p:txBody>
      </p:sp>
      <p:sp>
        <p:nvSpPr>
          <p:cNvPr id="32" name="Content Placeholder 3">
            <a:extLst>
              <a:ext uri="{FF2B5EF4-FFF2-40B4-BE49-F238E27FC236}">
                <a16:creationId xmlns:a16="http://schemas.microsoft.com/office/drawing/2014/main" id="{10C6F23D-2BB3-ED49-8B2F-DC26FF3178C9}"/>
              </a:ext>
            </a:extLst>
          </p:cNvPr>
          <p:cNvSpPr>
            <a:spLocks noGrp="1"/>
          </p:cNvSpPr>
          <p:nvPr>
            <p:ph sz="half" idx="38" hasCustomPrompt="1"/>
          </p:nvPr>
        </p:nvSpPr>
        <p:spPr>
          <a:xfrm>
            <a:off x="7368538" y="4357937"/>
            <a:ext cx="4454336"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33" name="Picture Placeholder 15">
            <a:extLst>
              <a:ext uri="{FF2B5EF4-FFF2-40B4-BE49-F238E27FC236}">
                <a16:creationId xmlns:a16="http://schemas.microsoft.com/office/drawing/2014/main" id="{CEF189D7-E401-42D6-4ED4-1DA665ECF28E}"/>
              </a:ext>
            </a:extLst>
          </p:cNvPr>
          <p:cNvSpPr>
            <a:spLocks noGrp="1"/>
          </p:cNvSpPr>
          <p:nvPr>
            <p:ph type="pic" sz="quarter" idx="39" hasCustomPrompt="1"/>
          </p:nvPr>
        </p:nvSpPr>
        <p:spPr>
          <a:xfrm>
            <a:off x="5569517" y="4357937"/>
            <a:ext cx="526483" cy="663643"/>
          </a:xfrm>
        </p:spPr>
        <p:txBody>
          <a:bodyPr>
            <a:normAutofit/>
          </a:bodyPr>
          <a:lstStyle>
            <a:lvl1pPr marL="0" indent="0">
              <a:buFontTx/>
              <a:buNone/>
              <a:defRPr sz="1000"/>
            </a:lvl1pPr>
          </a:lstStyle>
          <a:p>
            <a:r>
              <a:rPr lang="en-US" dirty="0"/>
              <a:t>ICONS</a:t>
            </a:r>
          </a:p>
        </p:txBody>
      </p:sp>
      <p:sp>
        <p:nvSpPr>
          <p:cNvPr id="34" name="Text Placeholder 17">
            <a:extLst>
              <a:ext uri="{FF2B5EF4-FFF2-40B4-BE49-F238E27FC236}">
                <a16:creationId xmlns:a16="http://schemas.microsoft.com/office/drawing/2014/main" id="{7462530E-C734-AD9B-8AA2-1196E4137D55}"/>
              </a:ext>
            </a:extLst>
          </p:cNvPr>
          <p:cNvSpPr>
            <a:spLocks noGrp="1"/>
          </p:cNvSpPr>
          <p:nvPr>
            <p:ph type="body" sz="quarter" idx="42" hasCustomPrompt="1"/>
          </p:nvPr>
        </p:nvSpPr>
        <p:spPr>
          <a:xfrm>
            <a:off x="6309358" y="345115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
        <p:nvSpPr>
          <p:cNvPr id="35" name="Text Placeholder 17">
            <a:extLst>
              <a:ext uri="{FF2B5EF4-FFF2-40B4-BE49-F238E27FC236}">
                <a16:creationId xmlns:a16="http://schemas.microsoft.com/office/drawing/2014/main" id="{140DBDE3-A2A4-3CFB-994A-FDFAB6548538}"/>
              </a:ext>
            </a:extLst>
          </p:cNvPr>
          <p:cNvSpPr>
            <a:spLocks noGrp="1"/>
          </p:cNvSpPr>
          <p:nvPr>
            <p:ph type="body" sz="quarter" idx="43" hasCustomPrompt="1"/>
          </p:nvPr>
        </p:nvSpPr>
        <p:spPr>
          <a:xfrm>
            <a:off x="6309358" y="4357937"/>
            <a:ext cx="845822" cy="663575"/>
          </a:xfrm>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00%</a:t>
            </a:r>
          </a:p>
        </p:txBody>
      </p:sp>
    </p:spTree>
    <p:extLst>
      <p:ext uri="{BB962C8B-B14F-4D97-AF65-F5344CB8AC3E}">
        <p14:creationId xmlns:p14="http://schemas.microsoft.com/office/powerpoint/2010/main" val="1351606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1pPr>
              <a:defRPr>
                <a:latin typeface="Aptos Light" panose="020B0004020202020204" pitchFamily="34" charset="0"/>
              </a:defRPr>
            </a:lvl1pPr>
            <a:lvl2pPr>
              <a:defRPr>
                <a:latin typeface="Aptos Light" panose="020B0004020202020204" pitchFamily="34" charset="0"/>
              </a:defRPr>
            </a:lvl2pPr>
            <a:lvl3pPr>
              <a:defRPr>
                <a:latin typeface="Aptos Light" panose="020B0004020202020204" pitchFamily="34" charset="0"/>
              </a:defRPr>
            </a:lvl3pPr>
            <a:lvl4pPr>
              <a:defRPr>
                <a:latin typeface="Aptos Light" panose="020B0004020202020204" pitchFamily="34" charset="0"/>
              </a:defRPr>
            </a:lvl4pPr>
            <a:lvl5pPr>
              <a:defRPr>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latin typeface="Aptos Light" panose="020B0004020202020204" pitchFamily="34" charset="0"/>
              </a:defRPr>
            </a:lvl1pPr>
            <a:lvl2pPr marL="182880">
              <a:spcBef>
                <a:spcPts val="1200"/>
              </a:spcBef>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latin typeface="Aptos Light" panose="020B0004020202020204" pitchFamily="34" charset="0"/>
              </a:defRPr>
            </a:lvl6pPr>
            <a:lvl7pPr marL="1097280">
              <a:defRPr>
                <a:solidFill>
                  <a:schemeClr val="bg1"/>
                </a:solidFill>
                <a:latin typeface="Aptos Light" panose="020B0004020202020204" pitchFamily="34" charset="0"/>
              </a:defRPr>
            </a:lvl7pPr>
            <a:lvl8pPr marL="1280160">
              <a:defRPr>
                <a:solidFill>
                  <a:schemeClr val="bg1"/>
                </a:solidFill>
                <a:latin typeface="Aptos Light" panose="020B0004020202020204" pitchFamily="34" charset="0"/>
              </a:defRPr>
            </a:lvl8pPr>
            <a:lvl9pPr marL="1463040">
              <a:defRPr>
                <a:solidFill>
                  <a:schemeClr val="bg1"/>
                </a:solidFill>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Legal">
            <a:extLst>
              <a:ext uri="{FF2B5EF4-FFF2-40B4-BE49-F238E27FC236}">
                <a16:creationId xmlns:a16="http://schemas.microsoft.com/office/drawing/2014/main" id="{338FF755-3902-38F2-E779-7D1AFA4F65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and Highlighting text with Image">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Aptos Light" panose="020B0004020202020204" pitchFamily="34" charset="0"/>
                <a:cs typeface="Trebuchet MS"/>
              </a:rPr>
              <a:t> </a:t>
            </a:r>
            <a:fld id="{110FD68B-4EE4-9D43-89F2-B87D6C9CEE3A}" type="slidenum">
              <a:rPr lang="en-US" sz="800" smtClean="0">
                <a:solidFill>
                  <a:schemeClr val="bg1"/>
                </a:solidFill>
                <a:latin typeface="Aptos Light" panose="020B0004020202020204" pitchFamily="34" charset="0"/>
                <a:cs typeface="Trebuchet MS"/>
              </a:rPr>
              <a:pPr algn="r"/>
              <a:t>‹#›</a:t>
            </a:fld>
            <a:endParaRPr lang="en-US" sz="800" dirty="0">
              <a:solidFill>
                <a:schemeClr val="bg1"/>
              </a:solidFill>
              <a:latin typeface="Aptos Light" panose="020B0004020202020204" pitchFamily="34" charset="0"/>
              <a:cs typeface="Trebuchet MS"/>
            </a:endParaRPr>
          </a:p>
        </p:txBody>
      </p:sp>
      <p:sp>
        <p:nvSpPr>
          <p:cNvPr id="2" name="Content Placeholder 4">
            <a:extLst>
              <a:ext uri="{FF2B5EF4-FFF2-40B4-BE49-F238E27FC236}">
                <a16:creationId xmlns:a16="http://schemas.microsoft.com/office/drawing/2014/main" id="{FE164CAC-D2C6-A9D8-0C8C-8EA84394A9B9}"/>
              </a:ext>
            </a:extLst>
          </p:cNvPr>
          <p:cNvSpPr>
            <a:spLocks noGrp="1"/>
          </p:cNvSpPr>
          <p:nvPr>
            <p:ph sz="quarter" idx="13" hasCustomPrompt="1"/>
          </p:nvPr>
        </p:nvSpPr>
        <p:spPr>
          <a:xfrm>
            <a:off x="3227744"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5" name="Content Placeholder 4">
            <a:extLst>
              <a:ext uri="{FF2B5EF4-FFF2-40B4-BE49-F238E27FC236}">
                <a16:creationId xmlns:a16="http://schemas.microsoft.com/office/drawing/2014/main" id="{C888F882-678E-90D0-B453-0055E25ADD1D}"/>
              </a:ext>
            </a:extLst>
          </p:cNvPr>
          <p:cNvSpPr>
            <a:spLocks noGrp="1"/>
          </p:cNvSpPr>
          <p:nvPr>
            <p:ph sz="quarter" idx="30" hasCustomPrompt="1"/>
          </p:nvPr>
        </p:nvSpPr>
        <p:spPr>
          <a:xfrm>
            <a:off x="365759" y="3200400"/>
            <a:ext cx="2563455" cy="2880360"/>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7" name="Picture Placeholder 15">
            <a:extLst>
              <a:ext uri="{FF2B5EF4-FFF2-40B4-BE49-F238E27FC236}">
                <a16:creationId xmlns:a16="http://schemas.microsoft.com/office/drawing/2014/main" id="{F52DFACB-B21F-AE9F-1707-AC83206F9583}"/>
              </a:ext>
            </a:extLst>
          </p:cNvPr>
          <p:cNvSpPr>
            <a:spLocks noGrp="1"/>
          </p:cNvSpPr>
          <p:nvPr>
            <p:ph type="pic" sz="quarter" idx="34" hasCustomPrompt="1"/>
          </p:nvPr>
        </p:nvSpPr>
        <p:spPr>
          <a:xfrm>
            <a:off x="365760" y="2544377"/>
            <a:ext cx="526483" cy="526483"/>
          </a:xfrm>
        </p:spPr>
        <p:txBody>
          <a:bodyPr>
            <a:normAutofit/>
          </a:bodyPr>
          <a:lstStyle>
            <a:lvl1pPr marL="0" indent="0">
              <a:buFontTx/>
              <a:buNone/>
              <a:defRPr sz="1000"/>
            </a:lvl1pPr>
          </a:lstStyle>
          <a:p>
            <a:r>
              <a:rPr lang="en-US" dirty="0"/>
              <a:t>ICONS</a:t>
            </a:r>
          </a:p>
        </p:txBody>
      </p:sp>
      <p:sp>
        <p:nvSpPr>
          <p:cNvPr id="9" name="Picture Placeholder 15">
            <a:extLst>
              <a:ext uri="{FF2B5EF4-FFF2-40B4-BE49-F238E27FC236}">
                <a16:creationId xmlns:a16="http://schemas.microsoft.com/office/drawing/2014/main" id="{AD94B075-29E9-7181-2F2B-EB86C48A18CC}"/>
              </a:ext>
            </a:extLst>
          </p:cNvPr>
          <p:cNvSpPr>
            <a:spLocks noGrp="1"/>
          </p:cNvSpPr>
          <p:nvPr>
            <p:ph type="pic" sz="quarter" idx="35" hasCustomPrompt="1"/>
          </p:nvPr>
        </p:nvSpPr>
        <p:spPr>
          <a:xfrm>
            <a:off x="3227745" y="2544377"/>
            <a:ext cx="526483" cy="526483"/>
          </a:xfrm>
        </p:spPr>
        <p:txBody>
          <a:bodyPr>
            <a:normAutofit/>
          </a:bodyPr>
          <a:lstStyle>
            <a:lvl1pPr marL="0" indent="0">
              <a:buFontTx/>
              <a:buNone/>
              <a:defRPr sz="1000"/>
            </a:lvl1pPr>
          </a:lstStyle>
          <a:p>
            <a:r>
              <a:rPr lang="en-US" dirty="0"/>
              <a:t>ICONS</a:t>
            </a:r>
          </a:p>
        </p:txBody>
      </p:sp>
      <p:sp>
        <p:nvSpPr>
          <p:cNvPr id="11" name="Content Placeholder 4">
            <a:extLst>
              <a:ext uri="{FF2B5EF4-FFF2-40B4-BE49-F238E27FC236}">
                <a16:creationId xmlns:a16="http://schemas.microsoft.com/office/drawing/2014/main" id="{33FADC4A-CE32-6706-9679-7F1AB2904305}"/>
              </a:ext>
            </a:extLst>
          </p:cNvPr>
          <p:cNvSpPr>
            <a:spLocks noGrp="1"/>
          </p:cNvSpPr>
          <p:nvPr>
            <p:ph sz="quarter" idx="36" hasCustomPrompt="1"/>
          </p:nvPr>
        </p:nvSpPr>
        <p:spPr>
          <a:xfrm>
            <a:off x="9266235"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2" name="Content Placeholder 4">
            <a:extLst>
              <a:ext uri="{FF2B5EF4-FFF2-40B4-BE49-F238E27FC236}">
                <a16:creationId xmlns:a16="http://schemas.microsoft.com/office/drawing/2014/main" id="{08E7CA7B-E938-9A1B-B2A5-A84FB543BDC7}"/>
              </a:ext>
            </a:extLst>
          </p:cNvPr>
          <p:cNvSpPr>
            <a:spLocks noGrp="1"/>
          </p:cNvSpPr>
          <p:nvPr>
            <p:ph sz="quarter" idx="37" hasCustomPrompt="1"/>
          </p:nvPr>
        </p:nvSpPr>
        <p:spPr>
          <a:xfrm>
            <a:off x="6404250" y="3200400"/>
            <a:ext cx="2563455" cy="2880360"/>
          </a:xfrm>
        </p:spPr>
        <p:txBody>
          <a:bodyPr/>
          <a:lstStyle>
            <a:lvl1pPr marL="0" indent="0">
              <a:spcBef>
                <a:spcPts val="600"/>
              </a:spcBef>
              <a:buFontTx/>
              <a:buNone/>
              <a:defRPr sz="1200">
                <a:solidFill>
                  <a:schemeClr val="bg1"/>
                </a:solidFill>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Add a sub-copy. The recommendation is to use short and concise text in no more than 10 lines.</a:t>
            </a:r>
          </a:p>
        </p:txBody>
      </p:sp>
      <p:sp>
        <p:nvSpPr>
          <p:cNvPr id="14" name="Picture Placeholder 13">
            <a:extLst>
              <a:ext uri="{FF2B5EF4-FFF2-40B4-BE49-F238E27FC236}">
                <a16:creationId xmlns:a16="http://schemas.microsoft.com/office/drawing/2014/main" id="{C7569204-FE1A-C1C7-D942-56923CECA143}"/>
              </a:ext>
            </a:extLst>
          </p:cNvPr>
          <p:cNvSpPr>
            <a:spLocks noGrp="1"/>
          </p:cNvSpPr>
          <p:nvPr>
            <p:ph type="pic" sz="quarter" idx="38"/>
          </p:nvPr>
        </p:nvSpPr>
        <p:spPr>
          <a:xfrm>
            <a:off x="6096000" y="0"/>
            <a:ext cx="6096000" cy="2544763"/>
          </a:xfrm>
          <a:solidFill>
            <a:srgbClr val="D7E0E3"/>
          </a:solidFill>
        </p:spPr>
        <p:txBody>
          <a:bodyPr/>
          <a:lstStyle>
            <a:lvl1pPr marL="0" indent="0">
              <a:buNone/>
              <a:defRPr/>
            </a:lvl1pPr>
          </a:lstStyle>
          <a:p>
            <a:endParaRPr lang="en-US" dirty="0"/>
          </a:p>
        </p:txBody>
      </p:sp>
      <p:sp>
        <p:nvSpPr>
          <p:cNvPr id="3" name="Legal">
            <a:extLst>
              <a:ext uri="{FF2B5EF4-FFF2-40B4-BE49-F238E27FC236}">
                <a16:creationId xmlns:a16="http://schemas.microsoft.com/office/drawing/2014/main" id="{28918D4E-540D-2F89-AC43-B617A2C5E3E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solidFill>
                  <a:schemeClr val="bg1"/>
                </a:solidFill>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2083345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p15:clr>
            <a:srgbClr val="FBAE40"/>
          </p15:clr>
        </p15:guide>
        <p15:guide id="2" pos="4032">
          <p15:clr>
            <a:srgbClr val="FBAE40"/>
          </p15:clr>
        </p15:guide>
        <p15:guide id="3" orient="horz" pos="3832">
          <p15:clr>
            <a:srgbClr val="FBAE40"/>
          </p15:clr>
        </p15:guide>
        <p15:guide id="4" orient="horz" pos="1440">
          <p15:clr>
            <a:srgbClr val="FBAE40"/>
          </p15:clr>
        </p15:guide>
        <p15:guide id="5" orient="horz" pos="4148">
          <p15:clr>
            <a:srgbClr val="FBAE40"/>
          </p15:clr>
        </p15:guide>
        <p15:guide id="6"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Aptos Light" panose="020B0004020202020204" pitchFamily="34" charset="0"/>
              </a:defRPr>
            </a:lvl1pPr>
            <a:lvl2pPr marL="182880">
              <a:spcBef>
                <a:spcPts val="1200"/>
              </a:spcBef>
              <a:defRPr>
                <a:latin typeface="Aptos Light" panose="020B0004020202020204" pitchFamily="34" charset="0"/>
              </a:defRPr>
            </a:lvl2pPr>
            <a:lvl3pPr marL="365760">
              <a:defRPr>
                <a:latin typeface="Aptos Light" panose="020B0004020202020204" pitchFamily="34" charset="0"/>
              </a:defRPr>
            </a:lvl3pPr>
            <a:lvl4pPr marL="548640">
              <a:defRPr>
                <a:latin typeface="Aptos Light" panose="020B0004020202020204" pitchFamily="34" charset="0"/>
              </a:defRPr>
            </a:lvl4pPr>
            <a:lvl5pPr marL="731520">
              <a:defRPr>
                <a:latin typeface="Aptos Light" panose="020B0004020202020204" pitchFamily="34" charset="0"/>
              </a:defRPr>
            </a:lvl5pPr>
            <a:lvl6pPr marL="914400">
              <a:defRPr>
                <a:latin typeface="Aptos Light" panose="020B0004020202020204" pitchFamily="34" charset="0"/>
              </a:defRPr>
            </a:lvl6pPr>
            <a:lvl7pPr marL="1097280">
              <a:defRPr>
                <a:latin typeface="Aptos Light" panose="020B0004020202020204" pitchFamily="34" charset="0"/>
              </a:defRPr>
            </a:lvl7pPr>
            <a:lvl8pPr marL="1280160">
              <a:defRPr>
                <a:latin typeface="Aptos Light" panose="020B0004020202020204" pitchFamily="34" charset="0"/>
              </a:defRPr>
            </a:lvl8pPr>
            <a:lvl9pPr marL="1463040">
              <a:defRPr>
                <a:latin typeface="Aptos Light" panose="020B0004020202020204" pitchFamily="34" charset="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ptos Light" panose="020B00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dirty="0">
                  <a:latin typeface="Aptos Light" panose="020B0004020202020204" pitchFamily="34" charset="0"/>
                </a:endParaRPr>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atin typeface="Aptos Light" panose="020B0004020202020204" pitchFamily="34" charset="0"/>
              </a:defRPr>
            </a:lvl1pPr>
            <a:lvl2pPr marL="0" indent="0" algn="r">
              <a:spcBef>
                <a:spcPts val="0"/>
              </a:spcBef>
              <a:buFontTx/>
              <a:buNone/>
              <a:defRPr sz="1400">
                <a:latin typeface="Aptos Light" panose="020B0004020202020204" pitchFamily="34" charset="0"/>
              </a:defRPr>
            </a:lvl2pPr>
            <a:lvl3pPr marL="0" indent="0" algn="r">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atin typeface="Aptos Light" panose="020B0004020202020204" pitchFamily="34" charset="0"/>
              </a:defRPr>
            </a:lvl1pPr>
            <a:lvl2pPr marL="0" indent="0" algn="l">
              <a:spcBef>
                <a:spcPts val="0"/>
              </a:spcBef>
              <a:buFontTx/>
              <a:buNone/>
              <a:defRPr sz="1400">
                <a:latin typeface="Aptos Light" panose="020B0004020202020204" pitchFamily="34" charset="0"/>
              </a:defRPr>
            </a:lvl2pPr>
            <a:lvl3pPr marL="0" indent="0" algn="l">
              <a:spcBef>
                <a:spcPts val="0"/>
              </a:spcBef>
              <a:buFontTx/>
              <a:buNone/>
              <a:defRPr sz="1400">
                <a:latin typeface="Aptos Light" panose="020B0004020202020204" pitchFamily="34" charset="0"/>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a:p>
            <a:pPr lvl="2"/>
            <a:r>
              <a:rPr lang="en-US" dirty="0"/>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latin typeface="Aptos Light" panose="020B0004020202020204" pitchFamily="34" charset="0"/>
              </a:defRPr>
            </a:lvl1pPr>
            <a:lvl2pPr marL="0" indent="0" algn="ctr">
              <a:spcBef>
                <a:spcPts val="0"/>
              </a:spcBef>
              <a:buFontTx/>
              <a:buNone/>
              <a:defRPr sz="1400">
                <a:solidFill>
                  <a:schemeClr val="bg1"/>
                </a:solidFill>
                <a:latin typeface="Aptos Light" panose="020B0004020202020204" pitchFamily="34" charset="0"/>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a:p>
            <a:pPr lvl="1"/>
            <a:r>
              <a:rPr lang="en-US" dirty="0"/>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latin typeface="Aptos Light" panose="020B0004020202020204" pitchFamily="34" charset="0"/>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dirty="0"/>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ck and Sand spli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32" name="Freeform 31">
            <a:extLst>
              <a:ext uri="{FF2B5EF4-FFF2-40B4-BE49-F238E27FC236}">
                <a16:creationId xmlns:a16="http://schemas.microsoft.com/office/drawing/2014/main" id="{136403A3-D4C5-E84F-8B96-DE5D6AE3517C}"/>
              </a:ext>
            </a:extLst>
          </p:cNvPr>
          <p:cNvSpPr/>
          <p:nvPr userDrawn="1"/>
        </p:nvSpPr>
        <p:spPr>
          <a:xfrm>
            <a:off x="7308866" y="1434775"/>
            <a:ext cx="4409647" cy="4749057"/>
          </a:xfrm>
          <a:custGeom>
            <a:avLst/>
            <a:gdLst>
              <a:gd name="connsiteX0" fmla="*/ 0 w 4409647"/>
              <a:gd name="connsiteY0" fmla="*/ 0 h 4749057"/>
              <a:gd name="connsiteX1" fmla="*/ 3702744 w 4409647"/>
              <a:gd name="connsiteY1" fmla="*/ 0 h 4749057"/>
              <a:gd name="connsiteX2" fmla="*/ 3703129 w 4409647"/>
              <a:gd name="connsiteY2" fmla="*/ 1391 h 4749057"/>
              <a:gd name="connsiteX3" fmla="*/ 4409647 w 4409647"/>
              <a:gd name="connsiteY3" fmla="*/ 1391 h 4749057"/>
              <a:gd name="connsiteX4" fmla="*/ 4409647 w 4409647"/>
              <a:gd name="connsiteY4" fmla="*/ 4749057 h 4749057"/>
              <a:gd name="connsiteX5" fmla="*/ 3599008 w 4409647"/>
              <a:gd name="connsiteY5" fmla="*/ 4749057 h 4749057"/>
              <a:gd name="connsiteX6" fmla="*/ 3599008 w 4409647"/>
              <a:gd name="connsiteY6" fmla="*/ 4749049 h 4749057"/>
              <a:gd name="connsiteX7" fmla="*/ 0 w 4409647"/>
              <a:gd name="connsiteY7" fmla="*/ 4749049 h 4749057"/>
              <a:gd name="connsiteX8" fmla="*/ 657529 w 4409647"/>
              <a:gd name="connsiteY8" fmla="*/ 2374525 h 474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409647" h="4749057">
                <a:moveTo>
                  <a:pt x="0" y="0"/>
                </a:moveTo>
                <a:lnTo>
                  <a:pt x="3702744" y="0"/>
                </a:lnTo>
                <a:lnTo>
                  <a:pt x="3703129" y="1391"/>
                </a:lnTo>
                <a:lnTo>
                  <a:pt x="4409647" y="1391"/>
                </a:lnTo>
                <a:lnTo>
                  <a:pt x="4409647" y="4749057"/>
                </a:lnTo>
                <a:lnTo>
                  <a:pt x="3599008" y="4749057"/>
                </a:lnTo>
                <a:lnTo>
                  <a:pt x="3599008" y="4749049"/>
                </a:lnTo>
                <a:lnTo>
                  <a:pt x="0" y="4749049"/>
                </a:lnTo>
                <a:lnTo>
                  <a:pt x="657529" y="2374525"/>
                </a:lnTo>
                <a:close/>
              </a:path>
            </a:pathLst>
          </a:custGeom>
          <a:solidFill>
            <a:schemeClr val="bg2"/>
          </a:solidFill>
          <a:ln>
            <a:noFill/>
          </a:ln>
        </p:spPr>
        <p:style>
          <a:lnRef idx="0">
            <a:schemeClr val="accent1"/>
          </a:lnRef>
          <a:fillRef idx="1">
            <a:schemeClr val="accent1"/>
          </a:fillRef>
          <a:effectRef idx="0">
            <a:srgbClr val="000000"/>
          </a:effectRef>
          <a:fontRef idx="minor">
            <a:schemeClr val="bg1"/>
          </a:fontRef>
        </p:style>
        <p:txBody>
          <a:bodyPr wrap="square" rtlCol="0" anchor="ctr">
            <a:noAutofit/>
          </a:bodyPr>
          <a:lstStyle/>
          <a:p>
            <a:pPr algn="ctr">
              <a:lnSpc>
                <a:spcPct val="100000"/>
              </a:lnSpc>
            </a:pPr>
            <a:endParaRPr lang="en-US" sz="1800" dirty="0">
              <a:latin typeface="Aptos Light" panose="020B0004020202020204" pitchFamily="34" charset="0"/>
            </a:endParaRPr>
          </a:p>
        </p:txBody>
      </p:sp>
      <p:sp>
        <p:nvSpPr>
          <p:cNvPr id="33" name="Pentagon 32">
            <a:extLst>
              <a:ext uri="{FF2B5EF4-FFF2-40B4-BE49-F238E27FC236}">
                <a16:creationId xmlns:a16="http://schemas.microsoft.com/office/drawing/2014/main" id="{754B9373-6DD7-4342-A7CF-94901BAE2421}"/>
              </a:ext>
            </a:extLst>
          </p:cNvPr>
          <p:cNvSpPr/>
          <p:nvPr userDrawn="1"/>
        </p:nvSpPr>
        <p:spPr>
          <a:xfrm>
            <a:off x="365760" y="1434775"/>
            <a:ext cx="8138024" cy="4749049"/>
          </a:xfrm>
          <a:prstGeom prst="homePlate">
            <a:avLst>
              <a:gd name="adj" fmla="val 14796"/>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34" name="Content Placeholder 3">
            <a:extLst>
              <a:ext uri="{FF2B5EF4-FFF2-40B4-BE49-F238E27FC236}">
                <a16:creationId xmlns:a16="http://schemas.microsoft.com/office/drawing/2014/main" id="{F1FA6CEB-34D4-A847-BF61-190089B39F92}"/>
              </a:ext>
            </a:extLst>
          </p:cNvPr>
          <p:cNvSpPr>
            <a:spLocks noGrp="1"/>
          </p:cNvSpPr>
          <p:nvPr>
            <p:ph sz="quarter" idx="14"/>
          </p:nvPr>
        </p:nvSpPr>
        <p:spPr>
          <a:xfrm>
            <a:off x="8794412" y="2057400"/>
            <a:ext cx="2633472" cy="3740255"/>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CB09CFE8-20C6-F140-A80A-4DC505D8D0F1}"/>
              </a:ext>
            </a:extLst>
          </p:cNvPr>
          <p:cNvSpPr>
            <a:spLocks noGrp="1"/>
          </p:cNvSpPr>
          <p:nvPr>
            <p:ph sz="half" idx="1"/>
          </p:nvPr>
        </p:nvSpPr>
        <p:spPr>
          <a:xfrm>
            <a:off x="849854" y="2002895"/>
            <a:ext cx="5425440" cy="3794760"/>
          </a:xfrm>
        </p:spPr>
        <p:txBody>
          <a:bodyPr/>
          <a:lstStyle>
            <a:lvl1pPr>
              <a:defRPr>
                <a:solidFill>
                  <a:schemeClr val="bg1"/>
                </a:solidFill>
                <a:latin typeface="Aptos Light" panose="020B0004020202020204" pitchFamily="34" charset="0"/>
              </a:defRPr>
            </a:lvl1pPr>
            <a:lvl2pPr>
              <a:defRPr>
                <a:solidFill>
                  <a:schemeClr val="bg1"/>
                </a:solidFill>
                <a:latin typeface="Aptos Light" panose="020B0004020202020204" pitchFamily="34" charset="0"/>
              </a:defRPr>
            </a:lvl2pPr>
            <a:lvl3pPr>
              <a:defRPr>
                <a:solidFill>
                  <a:schemeClr val="bg1"/>
                </a:solidFill>
                <a:latin typeface="Aptos Light" panose="020B0004020202020204" pitchFamily="34" charset="0"/>
              </a:defRPr>
            </a:lvl3pPr>
            <a:lvl4pPr>
              <a:defRPr>
                <a:solidFill>
                  <a:schemeClr val="bg1"/>
                </a:solidFill>
                <a:latin typeface="Aptos Light" panose="020B0004020202020204" pitchFamily="34" charset="0"/>
              </a:defRPr>
            </a:lvl4pPr>
            <a:lvl5pPr>
              <a:defRPr>
                <a:solidFill>
                  <a:schemeClr val="bg1"/>
                </a:solidFill>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8852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a:solidFill>
                  <a:schemeClr val="bg1"/>
                </a:solidFill>
                <a:latin typeface="Aptos Light" panose="020B0004020202020204" pitchFamily="34" charset="0"/>
              </a:defRPr>
            </a:lvl2pPr>
            <a:lvl3pPr marL="365760">
              <a:defRPr>
                <a:solidFill>
                  <a:schemeClr val="bg1"/>
                </a:solidFill>
                <a:latin typeface="Aptos Light" panose="020B0004020202020204" pitchFamily="34" charset="0"/>
              </a:defRPr>
            </a:lvl3pPr>
            <a:lvl4pPr marL="548640">
              <a:defRPr>
                <a:solidFill>
                  <a:schemeClr val="bg1"/>
                </a:solidFill>
                <a:latin typeface="Aptos Light" panose="020B0004020202020204" pitchFamily="34" charset="0"/>
              </a:defRPr>
            </a:lvl4pPr>
            <a:lvl5pPr marL="731520">
              <a:defRPr>
                <a:solidFill>
                  <a:schemeClr val="bg1"/>
                </a:solidFill>
                <a:latin typeface="Aptos Light" panose="020B0004020202020204" pitchFamily="34" charset="0"/>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dirty="0"/>
              <a:t>[Statement]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dirty="0"/>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Layout for Next step: Six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20" idx="0"/>
          </p:cNvCxnSpPr>
          <p:nvPr userDrawn="1"/>
        </p:nvCxnSpPr>
        <p:spPr>
          <a:xfrm>
            <a:off x="5960745" y="782139"/>
            <a:ext cx="0" cy="3583418"/>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2" name="Text Placeholder 17">
            <a:extLst>
              <a:ext uri="{FF2B5EF4-FFF2-40B4-BE49-F238E27FC236}">
                <a16:creationId xmlns:a16="http://schemas.microsoft.com/office/drawing/2014/main" id="{475F19E3-F39C-5F0E-0007-39B3862E405C}"/>
              </a:ext>
            </a:extLst>
          </p:cNvPr>
          <p:cNvSpPr>
            <a:spLocks noGrp="1"/>
          </p:cNvSpPr>
          <p:nvPr>
            <p:ph type="body" sz="quarter" idx="41" hasCustomPrompt="1"/>
          </p:nvPr>
        </p:nvSpPr>
        <p:spPr>
          <a:xfrm>
            <a:off x="5673089" y="1166028"/>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3" name="Content Placeholder 3">
            <a:extLst>
              <a:ext uri="{FF2B5EF4-FFF2-40B4-BE49-F238E27FC236}">
                <a16:creationId xmlns:a16="http://schemas.microsoft.com/office/drawing/2014/main" id="{54D1037B-0C6F-45E8-C46C-92D44BBB6B5B}"/>
              </a:ext>
            </a:extLst>
          </p:cNvPr>
          <p:cNvSpPr>
            <a:spLocks noGrp="1"/>
          </p:cNvSpPr>
          <p:nvPr>
            <p:ph sz="half" idx="2" hasCustomPrompt="1"/>
          </p:nvPr>
        </p:nvSpPr>
        <p:spPr>
          <a:xfrm>
            <a:off x="6429375" y="1165719"/>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9" name="Content Placeholder 3">
            <a:extLst>
              <a:ext uri="{FF2B5EF4-FFF2-40B4-BE49-F238E27FC236}">
                <a16:creationId xmlns:a16="http://schemas.microsoft.com/office/drawing/2014/main" id="{D0845AFD-7AF0-6C7D-D843-F7A2BDC5D073}"/>
              </a:ext>
            </a:extLst>
          </p:cNvPr>
          <p:cNvSpPr>
            <a:spLocks noGrp="1"/>
          </p:cNvSpPr>
          <p:nvPr>
            <p:ph sz="half" idx="38" hasCustomPrompt="1"/>
          </p:nvPr>
        </p:nvSpPr>
        <p:spPr>
          <a:xfrm>
            <a:off x="6429375" y="276563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
        <p:nvSpPr>
          <p:cNvPr id="13" name="Text Placeholder 17">
            <a:extLst>
              <a:ext uri="{FF2B5EF4-FFF2-40B4-BE49-F238E27FC236}">
                <a16:creationId xmlns:a16="http://schemas.microsoft.com/office/drawing/2014/main" id="{39E8A2D6-B388-0B5D-BCD1-EE5D12DF60DB}"/>
              </a:ext>
            </a:extLst>
          </p:cNvPr>
          <p:cNvSpPr>
            <a:spLocks noGrp="1"/>
          </p:cNvSpPr>
          <p:nvPr>
            <p:ph type="body" sz="quarter" idx="43" hasCustomPrompt="1"/>
          </p:nvPr>
        </p:nvSpPr>
        <p:spPr>
          <a:xfrm>
            <a:off x="5673089" y="2765792"/>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04</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8" name="Content Placeholder 3">
            <a:extLst>
              <a:ext uri="{FF2B5EF4-FFF2-40B4-BE49-F238E27FC236}">
                <a16:creationId xmlns:a16="http://schemas.microsoft.com/office/drawing/2014/main" id="{1A441F86-1250-61F6-319F-A3B02590623A}"/>
              </a:ext>
            </a:extLst>
          </p:cNvPr>
          <p:cNvSpPr>
            <a:spLocks noGrp="1"/>
          </p:cNvSpPr>
          <p:nvPr>
            <p:ph sz="half" idx="47" hasCustomPrompt="1"/>
          </p:nvPr>
        </p:nvSpPr>
        <p:spPr>
          <a:xfrm>
            <a:off x="6429375" y="4365557"/>
            <a:ext cx="5393499" cy="663643"/>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05</a:t>
            </a:r>
          </a:p>
        </p:txBody>
      </p:sp>
      <p:sp>
        <p:nvSpPr>
          <p:cNvPr id="20" name="Text Placeholder 17">
            <a:extLst>
              <a:ext uri="{FF2B5EF4-FFF2-40B4-BE49-F238E27FC236}">
                <a16:creationId xmlns:a16="http://schemas.microsoft.com/office/drawing/2014/main" id="{CB14684E-CBFF-7E53-C65C-3A3D09C6062C}"/>
              </a:ext>
            </a:extLst>
          </p:cNvPr>
          <p:cNvSpPr>
            <a:spLocks noGrp="1"/>
          </p:cNvSpPr>
          <p:nvPr>
            <p:ph type="body" sz="quarter" idx="49" hasCustomPrompt="1"/>
          </p:nvPr>
        </p:nvSpPr>
        <p:spPr>
          <a:xfrm>
            <a:off x="5673089" y="4365557"/>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06</a:t>
            </a:r>
          </a:p>
        </p:txBody>
      </p:sp>
    </p:spTree>
    <p:extLst>
      <p:ext uri="{BB962C8B-B14F-4D97-AF65-F5344CB8AC3E}">
        <p14:creationId xmlns:p14="http://schemas.microsoft.com/office/powerpoint/2010/main" val="418755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Layout for Next step: Three content">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71CA1839-2459-D9A5-EBCE-0D164326CCA0}"/>
              </a:ext>
            </a:extLst>
          </p:cNvPr>
          <p:cNvCxnSpPr>
            <a:cxnSpLocks/>
            <a:stCxn id="14" idx="2"/>
            <a:endCxn id="19" idx="0"/>
          </p:cNvCxnSpPr>
          <p:nvPr userDrawn="1"/>
        </p:nvCxnSpPr>
        <p:spPr>
          <a:xfrm>
            <a:off x="5960745" y="782139"/>
            <a:ext cx="0" cy="2783535"/>
          </a:xfrm>
          <a:prstGeom prst="line">
            <a:avLst/>
          </a:prstGeom>
          <a:ln w="12700" cap="sq">
            <a:solidFill>
              <a:schemeClr val="tx1"/>
            </a:solidFill>
          </a:ln>
        </p:spPr>
        <p:style>
          <a:lnRef idx="1">
            <a:schemeClr val="accent1"/>
          </a:lnRef>
          <a:fillRef idx="0">
            <a:schemeClr val="accent1"/>
          </a:fillRef>
          <a:effectRef idx="0">
            <a:srgbClr val="000000"/>
          </a:effectRef>
          <a:fontRef idx="minor">
            <a:schemeClr val="bg1"/>
          </a:fontRef>
        </p:style>
      </p:cxn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819015"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4" name="Content Placeholder 2">
            <a:extLst>
              <a:ext uri="{FF2B5EF4-FFF2-40B4-BE49-F238E27FC236}">
                <a16:creationId xmlns:a16="http://schemas.microsoft.com/office/drawing/2014/main" id="{E40AC114-FB7A-C7E2-DBF4-46903FC7F812}"/>
              </a:ext>
            </a:extLst>
          </p:cNvPr>
          <p:cNvSpPr>
            <a:spLocks noGrp="1"/>
          </p:cNvSpPr>
          <p:nvPr>
            <p:ph sz="half" idx="23" hasCustomPrompt="1"/>
          </p:nvPr>
        </p:nvSpPr>
        <p:spPr>
          <a:xfrm>
            <a:off x="365760" y="5314598"/>
            <a:ext cx="11457114" cy="526483"/>
          </a:xfrm>
        </p:spPr>
        <p:txBody>
          <a:bodyPr>
            <a:noAutofit/>
          </a:bodyPr>
          <a:lstStyle>
            <a:lvl1pPr marL="0" indent="0">
              <a:buFontTx/>
              <a:buNone/>
              <a:defRPr sz="1400">
                <a:latin typeface="Aptos Light" panose="020B0004020202020204" pitchFamily="34" charset="0"/>
              </a:defRPr>
            </a:lvl1pPr>
            <a:lvl2pPr marL="0" indent="0">
              <a:buFontTx/>
              <a:buNone/>
              <a:defRPr sz="1600" b="1">
                <a:latin typeface="Aptos" panose="020B0004020202020204" pitchFamily="34" charset="0"/>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Enter a sub-text here</a:t>
            </a:r>
          </a:p>
        </p:txBody>
      </p:sp>
      <p:sp>
        <p:nvSpPr>
          <p:cNvPr id="6" name="Content Placeholder 3">
            <a:extLst>
              <a:ext uri="{FF2B5EF4-FFF2-40B4-BE49-F238E27FC236}">
                <a16:creationId xmlns:a16="http://schemas.microsoft.com/office/drawing/2014/main" id="{2817E022-CF3B-55C4-CAF9-4A0BBB1AACF5}"/>
              </a:ext>
            </a:extLst>
          </p:cNvPr>
          <p:cNvSpPr>
            <a:spLocks noGrp="1"/>
          </p:cNvSpPr>
          <p:nvPr>
            <p:ph sz="half" idx="35" hasCustomPrompt="1"/>
          </p:nvPr>
        </p:nvSpPr>
        <p:spPr>
          <a:xfrm>
            <a:off x="6429375" y="1965678"/>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2" name="Text Placeholder 17">
            <a:extLst>
              <a:ext uri="{FF2B5EF4-FFF2-40B4-BE49-F238E27FC236}">
                <a16:creationId xmlns:a16="http://schemas.microsoft.com/office/drawing/2014/main" id="{EFFD5499-80A0-B223-EA66-0163C9D06B3E}"/>
              </a:ext>
            </a:extLst>
          </p:cNvPr>
          <p:cNvSpPr>
            <a:spLocks noGrp="1"/>
          </p:cNvSpPr>
          <p:nvPr>
            <p:ph type="body" sz="quarter" idx="42" hasCustomPrompt="1"/>
          </p:nvPr>
        </p:nvSpPr>
        <p:spPr>
          <a:xfrm>
            <a:off x="5673089" y="1965910"/>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02</a:t>
            </a:r>
          </a:p>
        </p:txBody>
      </p:sp>
      <p:sp>
        <p:nvSpPr>
          <p:cNvPr id="14" name="Text Placeholder 17">
            <a:extLst>
              <a:ext uri="{FF2B5EF4-FFF2-40B4-BE49-F238E27FC236}">
                <a16:creationId xmlns:a16="http://schemas.microsoft.com/office/drawing/2014/main" id="{9F222DDC-206B-913F-EED4-AFF4CBABBFFE}"/>
              </a:ext>
            </a:extLst>
          </p:cNvPr>
          <p:cNvSpPr>
            <a:spLocks noGrp="1"/>
          </p:cNvSpPr>
          <p:nvPr>
            <p:ph type="body" sz="quarter" idx="44" hasCustomPrompt="1"/>
          </p:nvPr>
        </p:nvSpPr>
        <p:spPr>
          <a:xfrm>
            <a:off x="5673089" y="366146"/>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01</a:t>
            </a:r>
          </a:p>
        </p:txBody>
      </p:sp>
      <p:sp>
        <p:nvSpPr>
          <p:cNvPr id="16" name="Content Placeholder 3">
            <a:extLst>
              <a:ext uri="{FF2B5EF4-FFF2-40B4-BE49-F238E27FC236}">
                <a16:creationId xmlns:a16="http://schemas.microsoft.com/office/drawing/2014/main" id="{F1036C9A-2250-90E5-2100-7974F425840E}"/>
              </a:ext>
            </a:extLst>
          </p:cNvPr>
          <p:cNvSpPr>
            <a:spLocks noGrp="1"/>
          </p:cNvSpPr>
          <p:nvPr>
            <p:ph sz="half" idx="45" hasCustomPrompt="1"/>
          </p:nvPr>
        </p:nvSpPr>
        <p:spPr>
          <a:xfrm>
            <a:off x="6429375" y="365760"/>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7" name="Content Placeholder 3">
            <a:extLst>
              <a:ext uri="{FF2B5EF4-FFF2-40B4-BE49-F238E27FC236}">
                <a16:creationId xmlns:a16="http://schemas.microsoft.com/office/drawing/2014/main" id="{054881AE-2DE4-A21B-1312-2AA4A1CEADC0}"/>
              </a:ext>
            </a:extLst>
          </p:cNvPr>
          <p:cNvSpPr>
            <a:spLocks noGrp="1"/>
          </p:cNvSpPr>
          <p:nvPr>
            <p:ph sz="half" idx="46" hasCustomPrompt="1"/>
          </p:nvPr>
        </p:nvSpPr>
        <p:spPr>
          <a:xfrm>
            <a:off x="6429375" y="3565596"/>
            <a:ext cx="5393499" cy="1463604"/>
          </a:xfrm>
        </p:spPr>
        <p:txBody>
          <a:bodyPr/>
          <a:lstStyle>
            <a:lvl1pPr marL="0" indent="0">
              <a:spcBef>
                <a:spcPts val="600"/>
              </a:spcBef>
              <a:buFontTx/>
              <a:buNone/>
              <a:defRPr sz="1200">
                <a:latin typeface="Aptos Light" panose="020B0004020202020204" pitchFamily="34" charset="0"/>
              </a:defRPr>
            </a:lvl1pPr>
            <a:lvl2pPr marL="0" indent="0">
              <a:buFontTx/>
              <a:buNone/>
              <a:defRPr sz="1600" b="1">
                <a:latin typeface="+mj-lt"/>
              </a:defRPr>
            </a:lvl2pPr>
            <a:lvl3pPr marL="187200" indent="-182880">
              <a:buFont typeface="Arial" panose="020B0604020202020204" pitchFamily="34" charset="0"/>
              <a:buChar char="•"/>
              <a:defRPr sz="1200">
                <a:latin typeface="Aptos" panose="020B0004020202020204" pitchFamily="34" charset="0"/>
              </a:defRPr>
            </a:lvl3pPr>
            <a:lvl4pPr marL="367200">
              <a:defRPr sz="1200">
                <a:latin typeface="Aptos" panose="020B0004020202020204" pitchFamily="34" charset="0"/>
              </a:defRPr>
            </a:lvl4pPr>
            <a:lvl5pPr marL="550800">
              <a:defRPr sz="1200">
                <a:latin typeface="Aptos" panose="020B0004020202020204" pitchFamily="34" charset="0"/>
              </a:defRPr>
            </a:lvl5pPr>
          </a:lstStyle>
          <a:p>
            <a:pPr lvl="0"/>
            <a:r>
              <a:rPr lang="en-US" dirty="0"/>
              <a:t>This is an example of a metric description with a length of four lines of text.</a:t>
            </a:r>
          </a:p>
        </p:txBody>
      </p:sp>
      <p:sp>
        <p:nvSpPr>
          <p:cNvPr id="19" name="Text Placeholder 17">
            <a:extLst>
              <a:ext uri="{FF2B5EF4-FFF2-40B4-BE49-F238E27FC236}">
                <a16:creationId xmlns:a16="http://schemas.microsoft.com/office/drawing/2014/main" id="{4E380EE4-C5FB-E217-9413-876551E70DB8}"/>
              </a:ext>
            </a:extLst>
          </p:cNvPr>
          <p:cNvSpPr>
            <a:spLocks noGrp="1"/>
          </p:cNvSpPr>
          <p:nvPr>
            <p:ph type="body" sz="quarter" idx="48" hasCustomPrompt="1"/>
          </p:nvPr>
        </p:nvSpPr>
        <p:spPr>
          <a:xfrm>
            <a:off x="5673089" y="3565674"/>
            <a:ext cx="575311" cy="415993"/>
          </a:xfrm>
          <a:solidFill>
            <a:schemeClr val="bg1"/>
          </a:solidFill>
        </p:spPr>
        <p:txBody>
          <a:bodyPr>
            <a:noAutofit/>
          </a:bodyPr>
          <a:lstStyle>
            <a:lvl1pPr marL="0" indent="0">
              <a:buFontTx/>
              <a:buNone/>
              <a:defRPr sz="3200"/>
            </a:lvl1pPr>
            <a:lvl2pPr marL="182880" indent="0">
              <a:buFontTx/>
              <a:buNone/>
              <a:defRPr sz="3200"/>
            </a:lvl2pPr>
            <a:lvl3pPr marL="365760" indent="0">
              <a:buFontTx/>
              <a:buNone/>
              <a:defRPr sz="3200"/>
            </a:lvl3pPr>
            <a:lvl4pPr marL="548640" indent="0">
              <a:buFontTx/>
              <a:buNone/>
              <a:defRPr sz="3200"/>
            </a:lvl4pPr>
            <a:lvl5pPr marL="731520" indent="0">
              <a:buFontTx/>
              <a:buNone/>
              <a:defRPr sz="3200"/>
            </a:lvl5pPr>
          </a:lstStyle>
          <a:p>
            <a:pPr lvl="0"/>
            <a:r>
              <a:rPr lang="en-US" dirty="0"/>
              <a:t>03</a:t>
            </a:r>
          </a:p>
        </p:txBody>
      </p:sp>
    </p:spTree>
    <p:extLst>
      <p:ext uri="{BB962C8B-B14F-4D97-AF65-F5344CB8AC3E}">
        <p14:creationId xmlns:p14="http://schemas.microsoft.com/office/powerpoint/2010/main" val="94915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p15:clr>
            <a:srgbClr val="FBAE40"/>
          </p15:clr>
        </p15:guide>
        <p15:guide id="4" pos="3744">
          <p15:clr>
            <a:srgbClr val="FBAE40"/>
          </p15:clr>
        </p15:guide>
        <p15:guide id="7" orient="horz" pos="1139">
          <p15:clr>
            <a:srgbClr val="FBAE40"/>
          </p15:clr>
        </p15:guide>
        <p15:guide id="8" orient="horz" pos="3832">
          <p15:clr>
            <a:srgbClr val="FBAE40"/>
          </p15:clr>
        </p15:guide>
        <p15:guide id="9" orient="horz" pos="4148">
          <p15:clr>
            <a:srgbClr val="FBAE40"/>
          </p15:clr>
        </p15:guide>
        <p15:guide id="10" orient="horz" pos="3168">
          <p15:clr>
            <a:srgbClr val="FBAE40"/>
          </p15:clr>
        </p15:guide>
        <p15:guide id="11" pos="476">
          <p15:clr>
            <a:srgbClr val="FBAE40"/>
          </p15:clr>
        </p15:guide>
        <p15:guide id="12"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hoto and Sidebar with teal box">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lvl1pPr>
              <a:defRPr>
                <a:latin typeface="Aptos Light" panose="020B0004020202020204" pitchFamily="34" charset="0"/>
              </a:defRPr>
            </a:lvl1pPr>
          </a:lstStyle>
          <a:p>
            <a:r>
              <a:rPr lang="en-US" dirty="0"/>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6096000" y="0"/>
            <a:ext cx="6096000"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985D88AB-63E1-E741-A6EB-DF5CD5CA5685}"/>
              </a:ext>
            </a:extLst>
          </p:cNvPr>
          <p:cNvSpPr/>
          <p:nvPr userDrawn="1"/>
        </p:nvSpPr>
        <p:spPr>
          <a:xfrm>
            <a:off x="5324255" y="4399722"/>
            <a:ext cx="2994991" cy="2199860"/>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 Placeholder 3">
            <a:extLst>
              <a:ext uri="{FF2B5EF4-FFF2-40B4-BE49-F238E27FC236}">
                <a16:creationId xmlns:a16="http://schemas.microsoft.com/office/drawing/2014/main" id="{F6A996E6-60D4-A74E-B117-BF0A00752627}"/>
              </a:ext>
            </a:extLst>
          </p:cNvPr>
          <p:cNvSpPr>
            <a:spLocks noGrp="1"/>
          </p:cNvSpPr>
          <p:nvPr>
            <p:ph type="body" sz="quarter" idx="17"/>
          </p:nvPr>
        </p:nvSpPr>
        <p:spPr>
          <a:xfrm>
            <a:off x="5616011" y="5499652"/>
            <a:ext cx="2490787" cy="848761"/>
          </a:xfrm>
        </p:spPr>
        <p:txBody>
          <a:bodyPr anchor="ctr" anchorCtr="0">
            <a:normAutofit/>
          </a:bodyPr>
          <a:lstStyle>
            <a:lvl1pPr marL="0" indent="0" algn="ctr">
              <a:buNone/>
              <a:defRPr sz="1600">
                <a:solidFill>
                  <a:schemeClr val="bg1"/>
                </a:solidFill>
                <a:latin typeface="Aptos Light" panose="020B0004020202020204" pitchFamily="34" charset="0"/>
              </a:defRPr>
            </a:lvl1pPr>
            <a:lvl2pPr marL="182880" indent="0">
              <a:buNone/>
              <a:defRPr>
                <a:solidFill>
                  <a:schemeClr val="bg1"/>
                </a:solidFill>
              </a:defRPr>
            </a:lvl2pPr>
            <a:lvl3pPr marL="365760" indent="0">
              <a:buNone/>
              <a:defRPr>
                <a:solidFill>
                  <a:schemeClr val="bg1"/>
                </a:solidFill>
              </a:defRPr>
            </a:lvl3pPr>
            <a:lvl4pPr marL="548640" indent="0">
              <a:buNone/>
              <a:defRPr>
                <a:solidFill>
                  <a:schemeClr val="bg1"/>
                </a:solidFill>
              </a:defRPr>
            </a:lvl4pPr>
            <a:lvl5pPr marL="731520" indent="0">
              <a:buNone/>
              <a:defRPr>
                <a:solidFill>
                  <a:schemeClr val="bg1"/>
                </a:solidFill>
              </a:defRPr>
            </a:lvl5pPr>
          </a:lstStyle>
          <a:p>
            <a:pPr lvl="0"/>
            <a:endParaRPr lang="en-US" dirty="0"/>
          </a:p>
        </p:txBody>
      </p:sp>
    </p:spTree>
    <p:extLst>
      <p:ext uri="{BB962C8B-B14F-4D97-AF65-F5344CB8AC3E}">
        <p14:creationId xmlns:p14="http://schemas.microsoft.com/office/powerpoint/2010/main" val="400562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142738" y="2492528"/>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254249" y="2492528"/>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37322" y="2492528"/>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65760" y="2492528"/>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600200"/>
            <a:ext cx="4572000" cy="1828800"/>
          </a:xfrm>
          <a:solidFill>
            <a:schemeClr val="accent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600200"/>
            <a:ext cx="4572000" cy="1828800"/>
          </a:xfrm>
          <a:solidFill>
            <a:schemeClr val="tx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3749041"/>
            <a:ext cx="4572000" cy="1828800"/>
          </a:xfrm>
          <a:solidFill>
            <a:schemeClr val="accent2"/>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3749041"/>
            <a:ext cx="4572000" cy="1828800"/>
          </a:xfrm>
          <a:solidFill>
            <a:schemeClr val="accent3"/>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6230848"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1376856" y="185431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1376856"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tx1"/>
                </a:solidFill>
                <a:latin typeface="Aptos Light" panose="020B0004020202020204" pitchFamily="34" charset="0"/>
              </a:defRPr>
            </a:lvl3pPr>
            <a:lvl4pPr marL="548640">
              <a:defRPr sz="1600">
                <a:solidFill>
                  <a:schemeClr val="tx1"/>
                </a:solidFill>
                <a:latin typeface="Aptos Light" panose="020B0004020202020204" pitchFamily="34" charset="0"/>
              </a:defRPr>
            </a:lvl4pPr>
            <a:lvl5pPr marL="731520">
              <a:defRPr sz="1600">
                <a:solidFill>
                  <a:schemeClr val="tx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6230848" y="4343400"/>
            <a:ext cx="4572000" cy="1828800"/>
          </a:xfrm>
          <a:solidFill>
            <a:schemeClr val="bg2"/>
          </a:solidFill>
        </p:spPr>
        <p:txBody>
          <a:bodyPr lIns="274320" tIns="274320" rIns="182880" bIns="182880">
            <a:noAutofit/>
          </a:bodyPr>
          <a:lstStyle>
            <a:lvl1pPr marL="0" indent="0">
              <a:spcBef>
                <a:spcPts val="1200"/>
              </a:spcBef>
              <a:buNone/>
              <a:defRPr sz="1600">
                <a:solidFill>
                  <a:schemeClr val="tx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tx1"/>
                </a:solidFill>
                <a:latin typeface="Aptos Light" panose="020B0004020202020204" pitchFamily="34" charset="0"/>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p:txBody>
      </p:sp>
      <p:sp>
        <p:nvSpPr>
          <p:cNvPr id="3" name="Rectangle 2">
            <a:extLst>
              <a:ext uri="{FF2B5EF4-FFF2-40B4-BE49-F238E27FC236}">
                <a16:creationId xmlns:a16="http://schemas.microsoft.com/office/drawing/2014/main" id="{21ED8479-B827-0543-818F-C205C61745F5}"/>
              </a:ext>
            </a:extLst>
          </p:cNvPr>
          <p:cNvSpPr/>
          <p:nvPr userDrawn="1"/>
        </p:nvSpPr>
        <p:spPr>
          <a:xfrm>
            <a:off x="1376856"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Rectangle 7">
            <a:extLst>
              <a:ext uri="{FF2B5EF4-FFF2-40B4-BE49-F238E27FC236}">
                <a16:creationId xmlns:a16="http://schemas.microsoft.com/office/drawing/2014/main" id="{DBF87AB8-C489-3145-A597-EBA19BBB89B8}"/>
              </a:ext>
            </a:extLst>
          </p:cNvPr>
          <p:cNvSpPr/>
          <p:nvPr userDrawn="1"/>
        </p:nvSpPr>
        <p:spPr>
          <a:xfrm>
            <a:off x="1376856"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B4BED1D-79F4-C94A-ADF6-531074C9CC03}"/>
              </a:ext>
            </a:extLst>
          </p:cNvPr>
          <p:cNvSpPr/>
          <p:nvPr userDrawn="1"/>
        </p:nvSpPr>
        <p:spPr>
          <a:xfrm>
            <a:off x="6213900" y="1497496"/>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1" name="Rectangle 10">
            <a:extLst>
              <a:ext uri="{FF2B5EF4-FFF2-40B4-BE49-F238E27FC236}">
                <a16:creationId xmlns:a16="http://schemas.microsoft.com/office/drawing/2014/main" id="{F7F839C8-5EEC-2744-92E7-CB78AEAB0B57}"/>
              </a:ext>
            </a:extLst>
          </p:cNvPr>
          <p:cNvSpPr/>
          <p:nvPr userDrawn="1"/>
        </p:nvSpPr>
        <p:spPr>
          <a:xfrm>
            <a:off x="6213900" y="3975653"/>
            <a:ext cx="4572000" cy="356814"/>
          </a:xfrm>
          <a:prstGeom prst="rect">
            <a:avLst/>
          </a:prstGeom>
          <a:solidFill>
            <a:schemeClr val="tx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12" name="Text Placeholder 11">
            <a:extLst>
              <a:ext uri="{FF2B5EF4-FFF2-40B4-BE49-F238E27FC236}">
                <a16:creationId xmlns:a16="http://schemas.microsoft.com/office/drawing/2014/main" id="{3543EF2C-0E96-534C-9A2E-EA9740AB0AA3}"/>
              </a:ext>
            </a:extLst>
          </p:cNvPr>
          <p:cNvSpPr>
            <a:spLocks noGrp="1"/>
          </p:cNvSpPr>
          <p:nvPr>
            <p:ph type="body" sz="quarter" idx="15" hasCustomPrompt="1"/>
          </p:nvPr>
        </p:nvSpPr>
        <p:spPr>
          <a:xfrm>
            <a:off x="1376857"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3" name="Text Placeholder 11">
            <a:extLst>
              <a:ext uri="{FF2B5EF4-FFF2-40B4-BE49-F238E27FC236}">
                <a16:creationId xmlns:a16="http://schemas.microsoft.com/office/drawing/2014/main" id="{62A56C94-5ABB-0544-9381-F6B187E2CAE0}"/>
              </a:ext>
            </a:extLst>
          </p:cNvPr>
          <p:cNvSpPr>
            <a:spLocks noGrp="1"/>
          </p:cNvSpPr>
          <p:nvPr>
            <p:ph type="body" sz="quarter" idx="16" hasCustomPrompt="1"/>
          </p:nvPr>
        </p:nvSpPr>
        <p:spPr>
          <a:xfrm>
            <a:off x="6213900" y="1497013"/>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4" name="Text Placeholder 11">
            <a:extLst>
              <a:ext uri="{FF2B5EF4-FFF2-40B4-BE49-F238E27FC236}">
                <a16:creationId xmlns:a16="http://schemas.microsoft.com/office/drawing/2014/main" id="{20C83C36-F998-ED4D-9BF2-56A68F22134E}"/>
              </a:ext>
            </a:extLst>
          </p:cNvPr>
          <p:cNvSpPr>
            <a:spLocks noGrp="1"/>
          </p:cNvSpPr>
          <p:nvPr>
            <p:ph type="body" sz="quarter" idx="17" hasCustomPrompt="1"/>
          </p:nvPr>
        </p:nvSpPr>
        <p:spPr>
          <a:xfrm>
            <a:off x="6213900"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
        <p:nvSpPr>
          <p:cNvPr id="15" name="Text Placeholder 11">
            <a:extLst>
              <a:ext uri="{FF2B5EF4-FFF2-40B4-BE49-F238E27FC236}">
                <a16:creationId xmlns:a16="http://schemas.microsoft.com/office/drawing/2014/main" id="{C001CF52-94D1-C741-BCC2-8936AECB169A}"/>
              </a:ext>
            </a:extLst>
          </p:cNvPr>
          <p:cNvSpPr>
            <a:spLocks noGrp="1"/>
          </p:cNvSpPr>
          <p:nvPr>
            <p:ph type="body" sz="quarter" idx="18" hasCustomPrompt="1"/>
          </p:nvPr>
        </p:nvSpPr>
        <p:spPr>
          <a:xfrm>
            <a:off x="1376857" y="3975170"/>
            <a:ext cx="4572000" cy="357187"/>
          </a:xfrm>
        </p:spPr>
        <p:txBody>
          <a:bodyPr anchor="ctr" anchorCtr="0">
            <a:normAutofit/>
          </a:bodyPr>
          <a:lstStyle>
            <a:lvl1pPr marL="0" indent="0" algn="ctr">
              <a:buNone/>
              <a:defRPr sz="1600" b="1">
                <a:solidFill>
                  <a:schemeClr val="bg1"/>
                </a:solidFill>
                <a:latin typeface="Aptos Light" panose="020B0004020202020204" pitchFamily="34" charset="0"/>
              </a:defRPr>
            </a:lvl1pPr>
          </a:lstStyle>
          <a:p>
            <a:pPr lvl="0"/>
            <a:r>
              <a:rPr lang="en-US" dirty="0"/>
              <a:t>Title header</a:t>
            </a:r>
          </a:p>
        </p:txBody>
      </p:sp>
    </p:spTree>
    <p:extLst>
      <p:ext uri="{BB962C8B-B14F-4D97-AF65-F5344CB8AC3E}">
        <p14:creationId xmlns:p14="http://schemas.microsoft.com/office/powerpoint/2010/main" val="690041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ext Cluster 0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lvl1pPr>
              <a:defRPr>
                <a:latin typeface="Aptos Light" panose="020B0004020202020204" pitchFamily="34" charset="0"/>
              </a:defRPr>
            </a:lvl1pPr>
          </a:lstStyle>
          <a:p>
            <a:r>
              <a:rPr lang="en-US" dirty="0"/>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1" y="365760"/>
            <a:ext cx="3817619" cy="1120140"/>
          </a:xfrm>
        </p:spPr>
        <p:txBody>
          <a:bodyPr/>
          <a:lstStyle>
            <a:lvl1pPr>
              <a:defRPr>
                <a:latin typeface="Aptos Light" panose="020B0004020202020204" pitchFamily="34" charset="0"/>
              </a:defRPr>
            </a:lvl1pPr>
          </a:lstStyle>
          <a:p>
            <a:r>
              <a:rPr lang="en-US" dirty="0"/>
              <a:t>[Slide title]</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809245" y="3017521"/>
            <a:ext cx="3374135" cy="3063240"/>
          </a:xfrm>
          <a:solidFill>
            <a:srgbClr val="0097AC"/>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411980" y="4114800"/>
            <a:ext cx="7780020" cy="1965960"/>
          </a:xfrm>
          <a:solidFill>
            <a:srgbClr val="003C5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2">
            <a:extLst>
              <a:ext uri="{FF2B5EF4-FFF2-40B4-BE49-F238E27FC236}">
                <a16:creationId xmlns:a16="http://schemas.microsoft.com/office/drawing/2014/main" id="{3A51F650-E379-3E45-B320-89D0A550D566}"/>
              </a:ext>
            </a:extLst>
          </p:cNvPr>
          <p:cNvSpPr>
            <a:spLocks noGrp="1"/>
          </p:cNvSpPr>
          <p:nvPr>
            <p:ph type="body" sz="quarter" idx="13"/>
          </p:nvPr>
        </p:nvSpPr>
        <p:spPr>
          <a:xfrm>
            <a:off x="4411980" y="1280160"/>
            <a:ext cx="2331720" cy="2629217"/>
          </a:xfrm>
          <a:solidFill>
            <a:schemeClr val="tx1"/>
          </a:solidFill>
        </p:spPr>
        <p:txBody>
          <a:bodyPr lIns="274320" tIns="274320" rIns="182880" bIns="182880">
            <a:noAutofit/>
          </a:bodyPr>
          <a:lstStyle>
            <a:lvl1pPr marL="0" indent="0">
              <a:spcBef>
                <a:spcPts val="1200"/>
              </a:spcBef>
              <a:buNone/>
              <a:defRPr sz="1600">
                <a:solidFill>
                  <a:schemeClr val="bg1"/>
                </a:solidFill>
                <a:latin typeface="Aptos Light" panose="020B0004020202020204" pitchFamily="34" charset="0"/>
              </a:defRPr>
            </a:lvl1pPr>
            <a:lvl2pPr marL="182880" indent="-182880">
              <a:spcBef>
                <a:spcPts val="1200"/>
              </a:spcBef>
              <a:buFont typeface="Arial" panose="020B0604020202020204" pitchFamily="34" charset="0"/>
              <a:buChar char="•"/>
              <a:defRPr sz="1600">
                <a:solidFill>
                  <a:schemeClr val="bg1"/>
                </a:solidFill>
                <a:latin typeface="Aptos Light" panose="020B0004020202020204" pitchFamily="34" charset="0"/>
              </a:defRPr>
            </a:lvl2pPr>
            <a:lvl3pPr marL="365760">
              <a:defRPr sz="1600">
                <a:solidFill>
                  <a:schemeClr val="bg1"/>
                </a:solidFill>
                <a:latin typeface="Aptos Light" panose="020B0004020202020204" pitchFamily="34" charset="0"/>
              </a:defRPr>
            </a:lvl3pPr>
            <a:lvl4pPr marL="548640">
              <a:defRPr sz="1600">
                <a:solidFill>
                  <a:schemeClr val="bg1"/>
                </a:solidFill>
                <a:latin typeface="Aptos Light" panose="020B0004020202020204" pitchFamily="34" charset="0"/>
              </a:defRPr>
            </a:lvl4pPr>
            <a:lvl5pPr marL="731520">
              <a:defRPr sz="1600">
                <a:solidFill>
                  <a:schemeClr val="bg1"/>
                </a:solidFill>
                <a:latin typeface="Aptos Light" panose="020B0004020202020204" pitchFamily="34" charset="0"/>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2">
            <a:extLst>
              <a:ext uri="{FF2B5EF4-FFF2-40B4-BE49-F238E27FC236}">
                <a16:creationId xmlns:a16="http://schemas.microsoft.com/office/drawing/2014/main" id="{06C11E3F-0D9E-0A4A-B201-335DD1847B8B}"/>
              </a:ext>
            </a:extLst>
          </p:cNvPr>
          <p:cNvSpPr>
            <a:spLocks noGrp="1"/>
          </p:cNvSpPr>
          <p:nvPr>
            <p:ph type="pic" sz="quarter" idx="16" hasCustomPrompt="1"/>
          </p:nvPr>
        </p:nvSpPr>
        <p:spPr>
          <a:xfrm>
            <a:off x="6743700" y="0"/>
            <a:ext cx="5448300" cy="41148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759205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dirty="0"/>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9213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8900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4621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lvl1pPr>
              <a:defRPr>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atin typeface="Aptos Light" panose="020B0004020202020204" pitchFamily="34" charset="0"/>
              </a:defRPr>
            </a:lvl1pPr>
            <a:lvl2pPr>
              <a:defRPr sz="1800">
                <a:latin typeface="Aptos Light" panose="020B0004020202020204" pitchFamily="34" charset="0"/>
              </a:defRPr>
            </a:lvl2pPr>
            <a:lvl3pPr>
              <a:defRPr sz="1800">
                <a:latin typeface="Aptos Light" panose="020B0004020202020204" pitchFamily="34" charset="0"/>
              </a:defRPr>
            </a:lvl3pPr>
            <a:lvl4pPr>
              <a:defRPr sz="1800">
                <a:latin typeface="Aptos Light" panose="020B0004020202020204" pitchFamily="34" charset="0"/>
              </a:defRPr>
            </a:lvl4pPr>
            <a:lvl5pPr>
              <a:defRPr sz="1800">
                <a:latin typeface="Aptos Light" panose="020B0004020202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atin typeface="Aptos Light" panose="020B0004020202020204" pitchFamily="34" charset="0"/>
              </a:defRPr>
            </a:lvl1pPr>
            <a:lvl2pPr>
              <a:defRPr sz="1600">
                <a:latin typeface="Aptos Light" panose="020B0004020202020204" pitchFamily="34" charset="0"/>
              </a:defRPr>
            </a:lvl2pPr>
            <a:lvl3pPr>
              <a:defRPr sz="1600">
                <a:latin typeface="Aptos Light" panose="020B0004020202020204" pitchFamily="34" charset="0"/>
              </a:defRPr>
            </a:lvl3pPr>
            <a:lvl4pPr>
              <a:defRPr sz="1600">
                <a:latin typeface="Aptos Light" panose="020B0004020202020204" pitchFamily="34" charset="0"/>
              </a:defRPr>
            </a:lvl4pPr>
            <a:lvl5pPr>
              <a:defRPr sz="1600">
                <a:latin typeface="Aptos Light" panose="020B00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latin typeface="Aptos Light" panose="020B0004020202020204" pitchFamily="34" charset="0"/>
              </a:defRPr>
            </a:lvl1pPr>
          </a:lstStyle>
          <a:p>
            <a:r>
              <a:rPr lang="en-US" dirty="0"/>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latin typeface="Aptos Light" panose="020B0004020202020204" pitchFamily="34" charset="0"/>
              </a:defRPr>
            </a:lvl1pPr>
            <a:lvl2pPr>
              <a:defRPr sz="1800">
                <a:solidFill>
                  <a:schemeClr val="bg1"/>
                </a:solidFill>
                <a:latin typeface="Aptos Light" panose="020B0004020202020204" pitchFamily="34" charset="0"/>
              </a:defRPr>
            </a:lvl2pPr>
            <a:lvl3pPr>
              <a:defRPr sz="1800">
                <a:solidFill>
                  <a:schemeClr val="bg1"/>
                </a:solidFill>
                <a:latin typeface="Aptos Light" panose="020B0004020202020204" pitchFamily="34" charset="0"/>
              </a:defRPr>
            </a:lvl3pPr>
            <a:lvl4pPr>
              <a:defRPr sz="1800">
                <a:solidFill>
                  <a:schemeClr val="bg1"/>
                </a:solidFill>
                <a:latin typeface="Aptos Light" panose="020B0004020202020204" pitchFamily="34" charset="0"/>
              </a:defRPr>
            </a:lvl4pPr>
            <a:lvl5pPr>
              <a:defRPr sz="1800">
                <a:solidFill>
                  <a:schemeClr val="bg1"/>
                </a:solidFill>
                <a:latin typeface="Aptos Light" panose="020B0004020202020204" pitchFamily="34" charset="0"/>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latin typeface="Aptos Light" panose="020B0004020202020204" pitchFamily="34" charset="0"/>
              </a:defRPr>
            </a:lvl1pPr>
            <a:lvl2pPr>
              <a:defRPr sz="1600">
                <a:solidFill>
                  <a:schemeClr val="tx1"/>
                </a:solidFill>
                <a:latin typeface="Aptos Light" panose="020B0004020202020204" pitchFamily="34" charset="0"/>
              </a:defRPr>
            </a:lvl2pPr>
            <a:lvl3pPr>
              <a:defRPr sz="1600">
                <a:solidFill>
                  <a:schemeClr val="tx1"/>
                </a:solidFill>
                <a:latin typeface="Aptos Light" panose="020B0004020202020204" pitchFamily="34" charset="0"/>
              </a:defRPr>
            </a:lvl3pPr>
            <a:lvl4pPr>
              <a:defRPr sz="1600">
                <a:solidFill>
                  <a:schemeClr val="tx1"/>
                </a:solidFill>
                <a:latin typeface="Aptos Light" panose="020B0004020202020204" pitchFamily="34" charset="0"/>
              </a:defRPr>
            </a:lvl4pPr>
            <a:lvl5pPr>
              <a:defRPr sz="1600">
                <a:solidFill>
                  <a:schemeClr val="tx1"/>
                </a:solidFill>
                <a:latin typeface="Aptos Light" panose="020B0004020202020204" pitchFamily="34" charset="0"/>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atin typeface="Aptos Light" panose="020B0004020202020204" pitchFamily="34" charset="0"/>
              </a:defRPr>
            </a:lvl1pPr>
            <a:lvl2pPr marL="0" indent="0">
              <a:spcBef>
                <a:spcPts val="600"/>
              </a:spcBef>
              <a:buNone/>
              <a:defRPr sz="1400" b="1">
                <a:solidFill>
                  <a:schemeClr val="tx1"/>
                </a:solidFill>
                <a:latin typeface="Aptos Light" panose="020B0004020202020204" pitchFamily="34" charset="0"/>
              </a:defRPr>
            </a:lvl2pPr>
            <a:lvl3pPr marL="0" indent="0">
              <a:spcBef>
                <a:spcPts val="600"/>
              </a:spcBef>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atin typeface="Aptos Light" panose="020B0004020202020204" pitchFamily="34" charset="0"/>
              </a:defRPr>
            </a:lvl5pPr>
            <a:lvl6pPr marL="548640">
              <a:defRPr sz="1400"/>
            </a:lvl6pPr>
            <a:lvl7pPr marL="731520">
              <a:defRPr sz="1400"/>
            </a:lvl7pPr>
            <a:lvl8pPr marL="914400">
              <a:defRPr sz="1400"/>
            </a:lvl8pPr>
            <a:lvl9pPr marL="1097280">
              <a:defRPr sz="1400"/>
            </a:lvl9pPr>
          </a:lstStyle>
          <a:p>
            <a:pPr lvl="0"/>
            <a:r>
              <a:rPr lang="en-US" dirty="0"/>
              <a:t>[First name Last name]</a:t>
            </a:r>
          </a:p>
          <a:p>
            <a:pPr lvl="1"/>
            <a:r>
              <a:rPr lang="en-US" dirty="0"/>
              <a:t>[Title]</a:t>
            </a:r>
          </a:p>
          <a:p>
            <a:pPr lvl="2"/>
            <a:r>
              <a:rPr lang="en-US" dirty="0"/>
              <a:t>[Summary]</a:t>
            </a:r>
          </a:p>
          <a:p>
            <a:pPr lvl="3"/>
            <a:r>
              <a:rPr lang="en-US" dirty="0"/>
              <a:t>Fourth level</a:t>
            </a:r>
          </a:p>
          <a:p>
            <a:pPr lvl="4"/>
            <a:r>
              <a:rPr lang="en-US" dirty="0"/>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eam">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709E5A0-CF32-5E47-894F-C739D06361FA}"/>
              </a:ext>
            </a:extLst>
          </p:cNvPr>
          <p:cNvSpPr/>
          <p:nvPr userDrawn="1"/>
        </p:nvSpPr>
        <p:spPr>
          <a:xfrm>
            <a:off x="7228309" y="1649651"/>
            <a:ext cx="4594883" cy="3877056"/>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9" name="Rectangle 8">
            <a:extLst>
              <a:ext uri="{FF2B5EF4-FFF2-40B4-BE49-F238E27FC236}">
                <a16:creationId xmlns:a16="http://schemas.microsoft.com/office/drawing/2014/main" id="{39ABF27F-53DD-D649-AFC6-C227410D39DC}"/>
              </a:ext>
            </a:extLst>
          </p:cNvPr>
          <p:cNvSpPr/>
          <p:nvPr userDrawn="1"/>
        </p:nvSpPr>
        <p:spPr>
          <a:xfrm>
            <a:off x="1206254" y="1645921"/>
            <a:ext cx="4594883" cy="388078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571500" y="236601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106308" y="2640330"/>
            <a:ext cx="2446020" cy="1737360"/>
          </a:xfrm>
        </p:spPr>
        <p:txBody>
          <a:bodyPr>
            <a:noAutofit/>
          </a:bodyPr>
          <a:lstStyle>
            <a:lvl1pPr marL="0" indent="0">
              <a:spcBef>
                <a:spcPts val="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71450" indent="-171450">
              <a:spcBef>
                <a:spcPts val="600"/>
              </a:spcBef>
              <a:buFont typeface="Wingdings" pitchFamily="2" charset="2"/>
              <a:buChar char="§"/>
              <a:defRPr sz="1200">
                <a:latin typeface="Aptos Light" panose="020B0004020202020204" pitchFamily="34" charset="0"/>
              </a:defRPr>
            </a:lvl4pPr>
            <a:lvl5pPr marL="365760" indent="-182880">
              <a:buFont typeface="Wingdings" pitchFamily="2" charset="2"/>
              <a:buChar char="§"/>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6568442" y="2286000"/>
            <a:ext cx="2286000" cy="2286000"/>
          </a:xfrm>
          <a:solidFill>
            <a:srgbClr val="D7E0E3"/>
          </a:solidFill>
        </p:spPr>
        <p:txBody>
          <a:bodyPr anchor="ctr" anchorCtr="0">
            <a:normAutofit/>
          </a:bodyPr>
          <a:lstStyle>
            <a:lvl1pPr marL="0" indent="0" algn="ctr">
              <a:spcBef>
                <a:spcPts val="0"/>
              </a:spcBef>
              <a:buNone/>
              <a:defRPr sz="1200">
                <a:latin typeface="Aptos Light" panose="020B0004020202020204" pitchFamily="34" charset="0"/>
              </a:defRPr>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9075420" y="2640330"/>
            <a:ext cx="2221992" cy="1737360"/>
          </a:xfrm>
        </p:spPr>
        <p:txBody>
          <a:bodyPr>
            <a:noAutofit/>
          </a:bodyPr>
          <a:lstStyle>
            <a:lvl1pPr marL="0" indent="0">
              <a:spcBef>
                <a:spcPts val="600"/>
              </a:spcBef>
              <a:buFont typeface="Arial" panose="020B0604020202020204" pitchFamily="34" charset="0"/>
              <a:buNone/>
              <a:defRPr sz="1600" b="1">
                <a:solidFill>
                  <a:schemeClr val="tx1"/>
                </a:solidFill>
                <a:latin typeface="Aptos Light" panose="020B0004020202020204" pitchFamily="34" charset="0"/>
              </a:defRPr>
            </a:lvl1pPr>
            <a:lvl2pPr marL="0" indent="0">
              <a:spcBef>
                <a:spcPts val="600"/>
              </a:spcBef>
              <a:buNone/>
              <a:defRPr sz="1400" b="0">
                <a:solidFill>
                  <a:schemeClr val="tx1"/>
                </a:solidFill>
                <a:latin typeface="Aptos Light" panose="020B0004020202020204" pitchFamily="34" charset="0"/>
              </a:defRPr>
            </a:lvl2pPr>
            <a:lvl3pPr marL="0" indent="0">
              <a:spcBef>
                <a:spcPts val="600"/>
              </a:spcBef>
              <a:buNone/>
              <a:defRPr sz="1400"/>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defRPr sz="1400"/>
            </a:lvl5pPr>
            <a:lvl6pPr marL="548640">
              <a:defRPr sz="1400"/>
            </a:lvl6pPr>
            <a:lvl7pPr marL="731520">
              <a:defRPr sz="1400"/>
            </a:lvl7pPr>
            <a:lvl8pPr marL="914400">
              <a:defRPr sz="1400"/>
            </a:lvl8pPr>
            <a:lvl9pPr marL="1097280">
              <a:defRPr sz="1400"/>
            </a:lvl9pPr>
          </a:lstStyle>
          <a:p>
            <a:pPr lvl="0"/>
            <a:r>
              <a:rPr lang="en-US" dirty="0"/>
              <a:t>[</a:t>
            </a:r>
            <a:r>
              <a:rPr lang="en-US" dirty="0" err="1"/>
              <a:t>Firstname</a:t>
            </a:r>
            <a:r>
              <a:rPr lang="en-US" dirty="0"/>
              <a:t> </a:t>
            </a:r>
            <a:r>
              <a:rPr lang="en-US" dirty="0" err="1"/>
              <a:t>Lastname</a:t>
            </a:r>
            <a:r>
              <a:rPr lang="en-US" dirty="0"/>
              <a:t>]</a:t>
            </a:r>
          </a:p>
          <a:p>
            <a:pPr lvl="1"/>
            <a:r>
              <a:rPr lang="en-US" dirty="0"/>
              <a:t>Title]</a:t>
            </a:r>
          </a:p>
          <a:p>
            <a:pPr lvl="3"/>
            <a:r>
              <a:rPr lang="en-US" dirty="0"/>
              <a:t>Bullet list</a:t>
            </a:r>
          </a:p>
          <a:p>
            <a:pPr lvl="3"/>
            <a:endParaRPr lang="en-US" dirty="0"/>
          </a:p>
          <a:p>
            <a:pPr lvl="3"/>
            <a:endParaRPr lang="en-US" dirty="0"/>
          </a:p>
          <a:p>
            <a:r>
              <a:rPr lang="en-US" sz="1200" b="1" dirty="0"/>
              <a:t>Prior leadership roles at large, global companies, including:</a:t>
            </a:r>
            <a:endParaRPr lang="en-US" sz="1200" dirty="0"/>
          </a:p>
        </p:txBody>
      </p:sp>
    </p:spTree>
    <p:extLst>
      <p:ext uri="{BB962C8B-B14F-4D97-AF65-F5344CB8AC3E}">
        <p14:creationId xmlns:p14="http://schemas.microsoft.com/office/powerpoint/2010/main" val="210865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lvl1pPr>
              <a:defRPr>
                <a:latin typeface="Aptos Light" panose="020B0004020202020204" pitchFamily="34" charset="0"/>
              </a:defRPr>
            </a:lvl1pPr>
          </a:lstStyle>
          <a:p>
            <a:r>
              <a:rPr lang="en-US" dirty="0"/>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a:t>
            </a:r>
            <a:r>
              <a:rPr lang="en-US" dirty="0" err="1"/>
              <a:t>Firstname</a:t>
            </a:r>
            <a:r>
              <a:rPr lang="en-US" dirty="0"/>
              <a:t> </a:t>
            </a:r>
            <a:r>
              <a:rPr lang="en-US" dirty="0" err="1"/>
              <a:t>Lastname</a:t>
            </a:r>
            <a:r>
              <a:rPr lang="en-US" dirty="0"/>
              <a:t>]</a:t>
            </a:r>
          </a:p>
          <a:p>
            <a:pPr lvl="1"/>
            <a:r>
              <a:rPr lang="en-US" dirty="0"/>
              <a:t>[Title, Region]</a:t>
            </a:r>
          </a:p>
          <a:p>
            <a:pPr lvl="2"/>
            <a:r>
              <a:rPr lang="en-US" dirty="0"/>
              <a:t>[Summary]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atin typeface="Aptos Light" panose="020B0004020202020204" pitchFamily="34" charset="0"/>
              </a:defRPr>
            </a:lvl1pPr>
            <a:lvl2pPr marL="0" indent="0">
              <a:spcBef>
                <a:spcPts val="600"/>
              </a:spcBef>
              <a:buFontTx/>
              <a:buNone/>
              <a:defRPr sz="1400" b="1">
                <a:solidFill>
                  <a:schemeClr val="tx1"/>
                </a:solidFill>
                <a:latin typeface="Aptos Light" panose="020B0004020202020204" pitchFamily="34" charset="0"/>
              </a:defRPr>
            </a:lvl2pPr>
            <a:lvl3pPr marL="0" indent="0">
              <a:spcBef>
                <a:spcPts val="600"/>
              </a:spcBef>
              <a:buFontTx/>
              <a:buNone/>
              <a:defRPr sz="1400">
                <a:latin typeface="Aptos Light" panose="020B0004020202020204" pitchFamily="34" charset="0"/>
              </a:defRPr>
            </a:lvl3pPr>
            <a:lvl4pPr marL="182880" indent="-182880">
              <a:spcBef>
                <a:spcPts val="600"/>
              </a:spcBef>
              <a:buFont typeface="Arial" panose="020B0604020202020204" pitchFamily="34" charset="0"/>
              <a:buChar char="•"/>
              <a:defRPr sz="1400">
                <a:latin typeface="Aptos Light" panose="020B0004020202020204" pitchFamily="34" charset="0"/>
              </a:defRPr>
            </a:lvl4pPr>
            <a:lvl5pPr marL="365760">
              <a:spcBef>
                <a:spcPts val="300"/>
              </a:spcBef>
              <a:defRPr sz="1400">
                <a:latin typeface="Aptos Light" panose="020B0004020202020204" pitchFamily="34" charset="0"/>
              </a:defRPr>
            </a:lvl5pPr>
            <a:lvl6pPr marL="548640">
              <a:spcBef>
                <a:spcPts val="300"/>
              </a:spcBef>
              <a:defRPr sz="1400">
                <a:latin typeface="Aptos Light" panose="020B0004020202020204" pitchFamily="34" charset="0"/>
              </a:defRPr>
            </a:lvl6pPr>
            <a:lvl7pPr marL="731520">
              <a:spcBef>
                <a:spcPts val="300"/>
              </a:spcBef>
              <a:defRPr sz="1400">
                <a:latin typeface="Aptos Light" panose="020B0004020202020204" pitchFamily="34" charset="0"/>
              </a:defRPr>
            </a:lvl7pPr>
            <a:lvl8pPr marL="914400">
              <a:spcBef>
                <a:spcPts val="300"/>
              </a:spcBef>
              <a:defRPr sz="1400">
                <a:latin typeface="Aptos Light" panose="020B0004020202020204" pitchFamily="34" charset="0"/>
              </a:defRPr>
            </a:lvl8pPr>
            <a:lvl9pPr marL="1097280">
              <a:spcBef>
                <a:spcPts val="300"/>
              </a:spcBef>
              <a:defRPr sz="1400">
                <a:latin typeface="Aptos Light" panose="020B0004020202020204" pitchFamily="34" charset="0"/>
              </a:defRPr>
            </a:lvl9pPr>
          </a:lstStyle>
          <a:p>
            <a:pPr lvl="0"/>
            <a:r>
              <a:rPr lang="en-US" dirty="0"/>
              <a:t>[Sector]</a:t>
            </a:r>
          </a:p>
          <a:p>
            <a:pPr lvl="1"/>
            <a:r>
              <a:rPr lang="en-US" dirty="0"/>
              <a:t>[00 years of experience]</a:t>
            </a:r>
          </a:p>
          <a:p>
            <a:pPr lvl="2"/>
            <a:r>
              <a:rPr lang="en-US" dirty="0"/>
              <a:t>[Biography]</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ction Header Dark Teal">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ction Header Light Tea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3299894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ction Header Black">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147090393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ection Header -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1935028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5326177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C326D1BA-385D-D160-3E8B-12E6038EBBBD}"/>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B50BE822-3D01-B3AA-C73B-8A3B83E702C4}"/>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B5EC9AAC-3C60-6320-DCC6-83B57B96E630}"/>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5" name="Title 2">
            <a:extLst>
              <a:ext uri="{FF2B5EF4-FFF2-40B4-BE49-F238E27FC236}">
                <a16:creationId xmlns:a16="http://schemas.microsoft.com/office/drawing/2014/main" id="{5A3359F6-2212-0787-FE5F-4A783F634ED8}"/>
              </a:ext>
            </a:extLst>
          </p:cNvPr>
          <p:cNvSpPr>
            <a:spLocks noGrp="1"/>
          </p:cNvSpPr>
          <p:nvPr>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958880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Section Header -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7" y="1571625"/>
            <a:ext cx="2539367" cy="1720215"/>
          </a:xfrm>
        </p:spPr>
        <p:txBody>
          <a:bodyPr anchor="t" anchorCtr="0">
            <a:noAutofit/>
          </a:bodyPr>
          <a:lstStyle>
            <a:lvl1pPr marL="0" indent="0" algn="l">
              <a:lnSpc>
                <a:spcPct val="85000"/>
              </a:lnSpc>
              <a:spcBef>
                <a:spcPts val="0"/>
              </a:spcBef>
              <a:buFontTx/>
              <a:buNone/>
              <a:defRPr sz="120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59" y="3429000"/>
            <a:ext cx="7833361" cy="26543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4399846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p:bg>
      <p:bgPr>
        <a:solidFill>
          <a:srgbClr val="006E74"/>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9BBBC22-C650-B44E-7A6D-EA1C7DFE6989}"/>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4" name="Title 2">
            <a:extLst>
              <a:ext uri="{FF2B5EF4-FFF2-40B4-BE49-F238E27FC236}">
                <a16:creationId xmlns:a16="http://schemas.microsoft.com/office/drawing/2014/main" id="{EA65768C-B601-33B4-93A0-0193CC077746}"/>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
        <p:nvSpPr>
          <p:cNvPr id="6" name="Picture Placeholder 4">
            <a:extLst>
              <a:ext uri="{FF2B5EF4-FFF2-40B4-BE49-F238E27FC236}">
                <a16:creationId xmlns:a16="http://schemas.microsoft.com/office/drawing/2014/main" id="{F2BE5C9E-9BB6-4A94-4A61-9EE5BAE44776}"/>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Tree>
    <p:extLst>
      <p:ext uri="{BB962C8B-B14F-4D97-AF65-F5344CB8AC3E}">
        <p14:creationId xmlns:p14="http://schemas.microsoft.com/office/powerpoint/2010/main" val="3380307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Light teal">
    <p:bg>
      <p:bgPr>
        <a:solidFill>
          <a:schemeClr val="accent1"/>
        </a:solidFill>
        <a:effectLst/>
      </p:bgPr>
    </p:bg>
    <p:spTree>
      <p:nvGrpSpPr>
        <p:cNvPr id="1" name=""/>
        <p:cNvGrpSpPr/>
        <p:nvPr/>
      </p:nvGrpSpPr>
      <p:grpSpPr>
        <a:xfrm>
          <a:off x="0" y="0"/>
          <a:ext cx="0" cy="0"/>
          <a:chOff x="0" y="0"/>
          <a:chExt cx="0" cy="0"/>
        </a:xfrm>
      </p:grpSpPr>
      <p:sp>
        <p:nvSpPr>
          <p:cNvPr id="6" name="Picture Placeholder 4">
            <a:extLst>
              <a:ext uri="{FF2B5EF4-FFF2-40B4-BE49-F238E27FC236}">
                <a16:creationId xmlns:a16="http://schemas.microsoft.com/office/drawing/2014/main" id="{9689AA05-4526-CF9A-27B2-771806367921}"/>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7" name="Text Placeholder 1">
            <a:extLst>
              <a:ext uri="{FF2B5EF4-FFF2-40B4-BE49-F238E27FC236}">
                <a16:creationId xmlns:a16="http://schemas.microsoft.com/office/drawing/2014/main" id="{619370A0-AA04-76B1-3C20-3A0DE2D8B421}"/>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8" name="Title 2">
            <a:extLst>
              <a:ext uri="{FF2B5EF4-FFF2-40B4-BE49-F238E27FC236}">
                <a16:creationId xmlns:a16="http://schemas.microsoft.com/office/drawing/2014/main" id="{18F4634C-2105-F35B-2F6F-FB7C70B000E4}"/>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319216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ection Header - Big Number and Image Black">
    <p:bg>
      <p:bgPr>
        <a:solidFill>
          <a:schemeClr val="bg1"/>
        </a:solidFill>
        <a:effectLst/>
      </p:bgPr>
    </p:bg>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E08BF880-08B4-3CD8-DBE6-2D803A81945D}"/>
              </a:ext>
            </a:extLst>
          </p:cNvPr>
          <p:cNvSpPr>
            <a:spLocks noGrp="1"/>
          </p:cNvSpPr>
          <p:nvPr>
            <p:ph type="pic" sz="quarter" idx="13" hasCustomPrompt="1"/>
          </p:nvPr>
        </p:nvSpPr>
        <p:spPr>
          <a:xfrm>
            <a:off x="0" y="0"/>
            <a:ext cx="5638800" cy="6858000"/>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1">
            <a:extLst>
              <a:ext uri="{FF2B5EF4-FFF2-40B4-BE49-F238E27FC236}">
                <a16:creationId xmlns:a16="http://schemas.microsoft.com/office/drawing/2014/main" id="{700913E4-E9D3-1B5D-E3D7-CF8E0A193B8F}"/>
              </a:ext>
            </a:extLst>
          </p:cNvPr>
          <p:cNvSpPr>
            <a:spLocks noGrp="1"/>
          </p:cNvSpPr>
          <p:nvPr>
            <p:ph type="body" sz="quarter" idx="15" hasCustomPrompt="1"/>
          </p:nvPr>
        </p:nvSpPr>
        <p:spPr>
          <a:xfrm>
            <a:off x="6187439" y="1571625"/>
            <a:ext cx="2539367" cy="1400175"/>
          </a:xfrm>
        </p:spPr>
        <p:txBody>
          <a:bodyPr anchor="t" anchorCtr="0">
            <a:noAutofit/>
          </a:bodyPr>
          <a:lstStyle>
            <a:lvl1pPr marL="0" indent="0" algn="l">
              <a:lnSpc>
                <a:spcPct val="85000"/>
              </a:lnSpc>
              <a:spcBef>
                <a:spcPts val="0"/>
              </a:spcBef>
              <a:buFontTx/>
              <a:buNone/>
              <a:defRPr sz="9600" b="0" spc="-100" baseline="0">
                <a:solidFill>
                  <a:schemeClr val="tx1"/>
                </a:solidFill>
                <a:latin typeface="Aptos Light" panose="020B0004020202020204" pitchFamily="34" charset="0"/>
              </a:defRPr>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dirty="0"/>
              <a:t>00.</a:t>
            </a:r>
          </a:p>
        </p:txBody>
      </p:sp>
      <p:sp>
        <p:nvSpPr>
          <p:cNvPr id="7" name="Title 2">
            <a:extLst>
              <a:ext uri="{FF2B5EF4-FFF2-40B4-BE49-F238E27FC236}">
                <a16:creationId xmlns:a16="http://schemas.microsoft.com/office/drawing/2014/main" id="{CEF35138-C014-69EF-787C-B988E81FADCE}"/>
              </a:ext>
            </a:extLst>
          </p:cNvPr>
          <p:cNvSpPr>
            <a:spLocks noGrp="1"/>
          </p:cNvSpPr>
          <p:nvPr>
            <p:ph type="title" hasCustomPrompt="1"/>
          </p:nvPr>
        </p:nvSpPr>
        <p:spPr>
          <a:xfrm>
            <a:off x="6187440" y="2971800"/>
            <a:ext cx="5608320" cy="3111500"/>
          </a:xfrm>
        </p:spPr>
        <p:txBody>
          <a:bodyPr anchor="t" anchorCtr="0"/>
          <a:lstStyle>
            <a:lvl1pPr>
              <a:lnSpc>
                <a:spcPct val="85000"/>
              </a:lnSpc>
              <a:defRPr sz="4800" b="0" spc="-100" baseline="0">
                <a:latin typeface="Aptos Light" panose="020B0004020202020204" pitchFamily="34" charset="0"/>
              </a:defRPr>
            </a:lvl1pPr>
          </a:lstStyle>
          <a:p>
            <a:r>
              <a:rPr lang="en-US" dirty="0"/>
              <a:t>[Section title]</a:t>
            </a:r>
          </a:p>
        </p:txBody>
      </p:sp>
    </p:spTree>
    <p:extLst>
      <p:ext uri="{BB962C8B-B14F-4D97-AF65-F5344CB8AC3E}">
        <p14:creationId xmlns:p14="http://schemas.microsoft.com/office/powerpoint/2010/main" val="23076065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1_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789766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Section Header - Big Number Light teal">
    <p:bg>
      <p:bgPr>
        <a:solidFill>
          <a:schemeClr val="accent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28692322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Section Header - Big Number Black">
    <p:bg>
      <p:bgPr>
        <a:solidFill>
          <a:schemeClr val="bg1"/>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atin typeface="Aptos Light" panose="020B0004020202020204" pitchFamily="34" charset="0"/>
              </a:defRPr>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dirty="0"/>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atin typeface="Aptos Light" panose="020B0004020202020204" pitchFamily="34" charset="0"/>
              </a:defRPr>
            </a:lvl1pPr>
          </a:lstStyle>
          <a:p>
            <a:r>
              <a:rPr lang="en-US" dirty="0"/>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lvl1pPr>
              <a:defRPr>
                <a:latin typeface="Aptos Light" panose="020B0004020202020204" pitchFamily="34" charset="0"/>
              </a:defRPr>
            </a:lvl1pPr>
          </a:lstStyle>
          <a:p>
            <a:pPr lvl="0"/>
            <a:r>
              <a:rPr lang="en-US" dirty="0"/>
              <a:t>[Additional content, if needed]</a:t>
            </a:r>
          </a:p>
        </p:txBody>
      </p:sp>
    </p:spTree>
    <p:extLst>
      <p:ext uri="{BB962C8B-B14F-4D97-AF65-F5344CB8AC3E}">
        <p14:creationId xmlns:p14="http://schemas.microsoft.com/office/powerpoint/2010/main" val="320804252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Half sand bottom half">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7" name="TextBox 6">
            <a:extLst>
              <a:ext uri="{FF2B5EF4-FFF2-40B4-BE49-F238E27FC236}">
                <a16:creationId xmlns:a16="http://schemas.microsoft.com/office/drawing/2014/main" id="{A9B57730-4188-C541-87CF-F6B2818DBCB9}"/>
              </a:ext>
            </a:extLst>
          </p:cNvPr>
          <p:cNvSpPr txBox="1"/>
          <p:nvPr userDrawn="1"/>
        </p:nvSpPr>
        <p:spPr>
          <a:xfrm>
            <a:off x="-1974715" y="-1750979"/>
            <a:ext cx="0" cy="0"/>
          </a:xfrm>
          <a:prstGeom prst="rect">
            <a:avLst/>
          </a:prstGeom>
          <a:noFill/>
        </p:spPr>
        <p:txBody>
          <a:bodyPr wrap="none" lIns="0" tIns="0" rIns="0" bIns="0" rtlCol="0">
            <a:noAutofit/>
          </a:bodyPr>
          <a:lstStyle/>
          <a:p>
            <a:pPr marL="0" indent="0" algn="l">
              <a:lnSpc>
                <a:spcPct val="100000"/>
              </a:lnSpc>
              <a:spcBef>
                <a:spcPts val="1200"/>
              </a:spcBef>
              <a:buSzPct val="100000"/>
              <a:buFont typeface="Arial" panose="020B0604020202020204" pitchFamily="34" charset="0"/>
              <a:buNone/>
            </a:pPr>
            <a:endParaRPr lang="en-US" sz="1800" dirty="0">
              <a:latin typeface="Aptos Light" panose="020B0004020202020204" pitchFamily="34" charset="0"/>
            </a:endParaRPr>
          </a:p>
        </p:txBody>
      </p:sp>
      <p:sp>
        <p:nvSpPr>
          <p:cNvPr id="24" name="Legal">
            <a:extLst>
              <a:ext uri="{FF2B5EF4-FFF2-40B4-BE49-F238E27FC236}">
                <a16:creationId xmlns:a16="http://schemas.microsoft.com/office/drawing/2014/main" id="{C488002F-59F6-1647-9C99-8A64A64A9B14}"/>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25" name="Slide Number Placeholder 10">
            <a:extLst>
              <a:ext uri="{FF2B5EF4-FFF2-40B4-BE49-F238E27FC236}">
                <a16:creationId xmlns:a16="http://schemas.microsoft.com/office/drawing/2014/main" id="{E005E4E3-E3E6-7D41-85E9-9E6D664E0455}"/>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26" name="UST" descr="UST">
            <a:extLst>
              <a:ext uri="{FF2B5EF4-FFF2-40B4-BE49-F238E27FC236}">
                <a16:creationId xmlns:a16="http://schemas.microsoft.com/office/drawing/2014/main" id="{4288F147-CA5C-4C40-8385-C50B1902280D}"/>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27" name="Title 1">
            <a:extLst>
              <a:ext uri="{FF2B5EF4-FFF2-40B4-BE49-F238E27FC236}">
                <a16:creationId xmlns:a16="http://schemas.microsoft.com/office/drawing/2014/main" id="{12319454-8670-4D40-A340-289ABE61F1E2}"/>
              </a:ext>
            </a:extLst>
          </p:cNvPr>
          <p:cNvSpPr>
            <a:spLocks noGrp="1"/>
          </p:cNvSpPr>
          <p:nvPr>
            <p:ph type="title" hasCustomPrompt="1"/>
          </p:nvPr>
        </p:nvSpPr>
        <p:spPr>
          <a:xfrm>
            <a:off x="365760" y="365760"/>
            <a:ext cx="11457432" cy="914400"/>
          </a:xfrm>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78747199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Only + bottom callout ba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20FE6-7EB8-7041-AA1B-1A31760D3ABE}"/>
              </a:ext>
            </a:extLst>
          </p:cNvPr>
          <p:cNvSpPr/>
          <p:nvPr userDrawn="1"/>
        </p:nvSpPr>
        <p:spPr>
          <a:xfrm>
            <a:off x="-1524" y="6114426"/>
            <a:ext cx="12192000" cy="5873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pic>
        <p:nvPicPr>
          <p:cNvPr id="5" name="Picture 4" descr="Logo, icon&#10;&#10;Description automatically generated">
            <a:extLst>
              <a:ext uri="{FF2B5EF4-FFF2-40B4-BE49-F238E27FC236}">
                <a16:creationId xmlns:a16="http://schemas.microsoft.com/office/drawing/2014/main" id="{C374CEC6-01F5-0E4B-B146-C46AB843BA36}"/>
              </a:ext>
            </a:extLst>
          </p:cNvPr>
          <p:cNvPicPr>
            <a:picLocks noChangeAspect="1"/>
          </p:cNvPicPr>
          <p:nvPr userDrawn="1"/>
        </p:nvPicPr>
        <p:blipFill>
          <a:blip r:embed="rId2"/>
          <a:stretch>
            <a:fillRect/>
          </a:stretch>
        </p:blipFill>
        <p:spPr>
          <a:xfrm>
            <a:off x="365760" y="6234730"/>
            <a:ext cx="324974" cy="359182"/>
          </a:xfrm>
          <a:prstGeom prst="rect">
            <a:avLst/>
          </a:prstGeom>
        </p:spPr>
      </p:pic>
      <p:sp>
        <p:nvSpPr>
          <p:cNvPr id="6" name="Slide Number Placeholder 10">
            <a:extLst>
              <a:ext uri="{FF2B5EF4-FFF2-40B4-BE49-F238E27FC236}">
                <a16:creationId xmlns:a16="http://schemas.microsoft.com/office/drawing/2014/main" id="{D3CF422C-ACDA-544F-97DF-599F1A0975E3}"/>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
        <p:nvSpPr>
          <p:cNvPr id="7" name="Legal">
            <a:extLst>
              <a:ext uri="{FF2B5EF4-FFF2-40B4-BE49-F238E27FC236}">
                <a16:creationId xmlns:a16="http://schemas.microsoft.com/office/drawing/2014/main" id="{A972C742-7560-2941-A7DB-CBA02B9EF4EE}"/>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Tree>
    <p:extLst>
      <p:ext uri="{BB962C8B-B14F-4D97-AF65-F5344CB8AC3E}">
        <p14:creationId xmlns:p14="http://schemas.microsoft.com/office/powerpoint/2010/main" val="170291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About UST summary">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116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lvl1pPr>
              <a:defRPr>
                <a:latin typeface="Aptos Light" panose="020B0004020202020204" pitchFamily="34" charset="0"/>
              </a:defRPr>
            </a:lvl1pPr>
          </a:lstStyle>
          <a:p>
            <a:r>
              <a:rPr lang="en-US" dirty="0"/>
              <a:t>Questions?</a:t>
            </a:r>
          </a:p>
        </p:txBody>
      </p:sp>
      <p:pic>
        <p:nvPicPr>
          <p:cNvPr id="3" name="Picture 2" descr="Icon&#10;&#10;Description automatically generated with medium confidence">
            <a:extLst>
              <a:ext uri="{FF2B5EF4-FFF2-40B4-BE49-F238E27FC236}">
                <a16:creationId xmlns:a16="http://schemas.microsoft.com/office/drawing/2014/main" id="{A02A78E1-97C6-6B47-A7D5-515210C9C5F2}"/>
              </a:ext>
            </a:extLst>
          </p:cNvPr>
          <p:cNvPicPr>
            <a:picLocks noChangeAspect="1"/>
          </p:cNvPicPr>
          <p:nvPr userDrawn="1"/>
        </p:nvPicPr>
        <p:blipFill>
          <a:blip r:embed="rId2"/>
          <a:stretch>
            <a:fillRect/>
          </a:stretch>
        </p:blipFill>
        <p:spPr>
          <a:xfrm>
            <a:off x="4903595" y="365760"/>
            <a:ext cx="6108561" cy="6108561"/>
          </a:xfrm>
          <a:prstGeom prst="rect">
            <a:avLst/>
          </a:prstGeom>
        </p:spPr>
      </p:pic>
    </p:spTree>
    <p:extLst>
      <p:ext uri="{BB962C8B-B14F-4D97-AF65-F5344CB8AC3E}">
        <p14:creationId xmlns:p14="http://schemas.microsoft.com/office/powerpoint/2010/main" val="2506967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losing boundless impact slide 0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2997200"/>
            <a:ext cx="4886565" cy="2331155"/>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2400" b="0" dirty="0">
              <a:latin typeface="Aptos Light" panose="020B0004020202020204" pitchFamily="34" charset="0"/>
            </a:endParaRPr>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Together, we build for boundless impact</a:t>
            </a:r>
            <a:endParaRPr lang="en-US" sz="1800" dirty="0">
              <a:latin typeface="Aptos Light" panose="020B0004020202020204" pitchFamily="34" charset="0"/>
            </a:endParaRPr>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latin typeface="Aptos Light" panose="020B0004020202020204" pitchFamily="34" charset="0"/>
            </a:endParaRPr>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dirty="0">
                <a:latin typeface="Aptos Light" panose="020B0004020202020204" pitchFamily="34" charset="0"/>
              </a:rPr>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152000"/>
          </a:xfrm>
        </p:spPr>
        <p:txBody>
          <a:bodyPr anchor="b" anchorCtr="0">
            <a:noAutofit/>
          </a:bodyPr>
          <a:lstStyle>
            <a:lvl1pPr marL="0" indent="0">
              <a:spcBef>
                <a:spcPts val="0"/>
              </a:spcBef>
              <a:buFontTx/>
              <a:buNone/>
              <a:defRPr sz="1600">
                <a:solidFill>
                  <a:schemeClr val="bg1"/>
                </a:solidFill>
                <a:latin typeface="Aptos Light" panose="020B0004020202020204" pitchFamily="34" charset="0"/>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r>
              <a:rPr lang="en-US" dirty="0">
                <a:hlinkClick r:id="rId2">
                  <a:extLst>
                    <a:ext uri="{A12FA001-AC4F-418D-AE19-62706E023703}">
                      <ahyp:hlinkClr xmlns:ahyp="http://schemas.microsoft.com/office/drawing/2018/hyperlinkcolor" val="tx"/>
                    </a:ext>
                  </a:extLst>
                </a:hlinkClick>
              </a:rPr>
              <a:t>brand@ust.com</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latin typeface="Aptos Light" panose="020B0004020202020204" pitchFamily="34" charset="0"/>
              </a:rPr>
              <a:t>ust.com</a:t>
            </a:r>
          </a:p>
        </p:txBody>
      </p:sp>
      <p:sp>
        <p:nvSpPr>
          <p:cNvPr id="2" name="URL">
            <a:extLst>
              <a:ext uri="{FF2B5EF4-FFF2-40B4-BE49-F238E27FC236}">
                <a16:creationId xmlns:a16="http://schemas.microsoft.com/office/drawing/2014/main" id="{A1EBF8B2-008F-2894-C1C4-EDD1735F2FCF}"/>
              </a:ext>
            </a:extLst>
          </p:cNvPr>
          <p:cNvSpPr txBox="1"/>
          <p:nvPr userDrawn="1"/>
        </p:nvSpPr>
        <p:spPr>
          <a:xfrm>
            <a:off x="1702052" y="6045616"/>
            <a:ext cx="7178421" cy="446625"/>
          </a:xfrm>
          <a:prstGeom prst="rect">
            <a:avLst/>
          </a:prstGeom>
          <a:noFill/>
        </p:spPr>
        <p:txBody>
          <a:bodyPr wrap="square" lIns="0" tIns="0" rIns="0" bIns="0" rtlCol="0" anchor="b" anchorCtr="0">
            <a:noAutofit/>
          </a:bodyPr>
          <a:lstStyle/>
          <a:p>
            <a:pPr marL="0" indent="0" algn="l">
              <a:lnSpc>
                <a:spcPct val="100000"/>
              </a:lnSpc>
              <a:spcBef>
                <a:spcPts val="0"/>
              </a:spcBef>
              <a:buSzPct val="100000"/>
              <a:buFontTx/>
              <a:buNone/>
            </a:pPr>
            <a:r>
              <a:rPr lang="en-US" sz="1600" b="1" dirty="0">
                <a:solidFill>
                  <a:schemeClr val="bg1"/>
                </a:solidFill>
                <a:latin typeface="Aptos Light" panose="020B0004020202020204" pitchFamily="34" charset="0"/>
              </a:rPr>
              <a:t>Digital solutions | Platforms | Engineering, R&amp;D and Products</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lvl1pPr>
              <a:defRPr>
                <a:latin typeface="Aptos Light" panose="020B0004020202020204" pitchFamily="34" charset="0"/>
              </a:defRPr>
            </a:lvl1pPr>
          </a:lstStyle>
          <a:p>
            <a:pPr lvl="0"/>
            <a:r>
              <a:rPr lang="en-US" dirty="0"/>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dirty="0">
                <a:ln>
                  <a:noFill/>
                </a:ln>
                <a:solidFill>
                  <a:srgbClr val="FFFFFF"/>
                </a:solidFill>
                <a:effectLst/>
                <a:uLnTx/>
                <a:uFillTx/>
                <a:latin typeface="Aptos Light" panose="020B0004020202020204" pitchFamily="34" charset="0"/>
                <a:ea typeface="+mj-ea"/>
                <a:cs typeface="+mj-cs"/>
              </a:rPr>
              <a:t>Appendix</a:t>
            </a:r>
            <a:endParaRPr lang="en-US" sz="4800" b="0" dirty="0">
              <a:latin typeface="Aptos Light" panose="020B0004020202020204" pitchFamily="34" charset="0"/>
            </a:endParaRPr>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b="0" dirty="0">
                <a:latin typeface="Aptos Light" panose="020B0004020202020204" pitchFamily="34" charset="0"/>
              </a:rPr>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latin typeface="Aptos Light" panose="020B0004020202020204" pitchFamily="34" charset="0"/>
              </a:rPr>
              <a:t>Copyright © 2026 by UST Global Inc. All rights reserved.</a:t>
            </a:r>
          </a:p>
          <a:p>
            <a:pPr>
              <a:lnSpc>
                <a:spcPct val="100000"/>
              </a:lnSpc>
              <a:spcBef>
                <a:spcPts val="1200"/>
              </a:spcBef>
              <a:buSzPct val="100000"/>
            </a:pPr>
            <a:r>
              <a:rPr lang="en-US" dirty="0">
                <a:latin typeface="Aptos Light" panose="020B0004020202020204" pitchFamily="34" charset="0"/>
              </a:rPr>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latin typeface="Aptos Light" panose="020B0004020202020204" pitchFamily="34" charset="0"/>
              </a:rPr>
              <a:t>UST</a:t>
            </a:r>
            <a:r>
              <a:rPr lang="en-US" baseline="30000" dirty="0">
                <a:latin typeface="Aptos Light" panose="020B0004020202020204" pitchFamily="34" charset="0"/>
              </a:rPr>
              <a:t>®</a:t>
            </a:r>
            <a:r>
              <a:rPr lang="en-US" dirty="0">
                <a:latin typeface="Aptos Light" panose="020B0004020202020204" pitchFamily="34" charset="0"/>
              </a:rPr>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latin typeface="Aptos Light" panose="020B0004020202020204" pitchFamily="34" charset="0"/>
              </a:rPr>
              <a:t>UST</a:t>
            </a:r>
          </a:p>
          <a:p>
            <a:pPr>
              <a:lnSpc>
                <a:spcPct val="100000"/>
              </a:lnSpc>
              <a:spcBef>
                <a:spcPts val="0"/>
              </a:spcBef>
              <a:buSzPct val="100000"/>
            </a:pPr>
            <a:r>
              <a:rPr lang="en-US" b="0" dirty="0">
                <a:solidFill>
                  <a:schemeClr val="tx1"/>
                </a:solidFill>
                <a:latin typeface="Aptos Light" panose="020B0004020202020204" pitchFamily="34" charset="0"/>
              </a:rPr>
              <a:t>101 Enterprise, Suite 300</a:t>
            </a:r>
          </a:p>
          <a:p>
            <a:pPr>
              <a:lnSpc>
                <a:spcPct val="100000"/>
              </a:lnSpc>
              <a:spcBef>
                <a:spcPts val="0"/>
              </a:spcBef>
              <a:buSzPct val="100000"/>
            </a:pPr>
            <a:r>
              <a:rPr lang="en-US" b="0" dirty="0">
                <a:solidFill>
                  <a:schemeClr val="tx1"/>
                </a:solidFill>
                <a:latin typeface="Aptos Light" panose="020B0004020202020204" pitchFamily="34" charset="0"/>
              </a:rPr>
              <a:t>Aliso Viejo, CA 92656</a:t>
            </a:r>
          </a:p>
          <a:p>
            <a:pPr>
              <a:lnSpc>
                <a:spcPct val="100000"/>
              </a:lnSpc>
              <a:spcBef>
                <a:spcPts val="1200"/>
              </a:spcBef>
              <a:buSzPct val="100000"/>
            </a:pPr>
            <a:r>
              <a:rPr lang="en-US" b="0" dirty="0">
                <a:solidFill>
                  <a:schemeClr val="tx1"/>
                </a:solidFill>
                <a:latin typeface="Aptos Light" panose="020B0004020202020204" pitchFamily="34" charset="0"/>
              </a:rPr>
              <a:t>T +1 949 716 8757</a:t>
            </a:r>
          </a:p>
          <a:p>
            <a:pPr>
              <a:lnSpc>
                <a:spcPct val="100000"/>
              </a:lnSpc>
              <a:spcBef>
                <a:spcPts val="0"/>
              </a:spcBef>
              <a:buSzPct val="100000"/>
            </a:pPr>
            <a:r>
              <a:rPr lang="en-US" b="0" dirty="0">
                <a:solidFill>
                  <a:schemeClr val="tx1"/>
                </a:solidFill>
                <a:latin typeface="Aptos Light" panose="020B0004020202020204" pitchFamily="34" charset="0"/>
              </a:rPr>
              <a:t>F +1 949 716 8396</a:t>
            </a:r>
          </a:p>
          <a:p>
            <a:pPr>
              <a:lnSpc>
                <a:spcPct val="100000"/>
              </a:lnSpc>
              <a:spcBef>
                <a:spcPts val="1200"/>
              </a:spcBef>
              <a:buSzPct val="100000"/>
            </a:pPr>
            <a:r>
              <a:rPr lang="en-US" b="1" dirty="0">
                <a:solidFill>
                  <a:schemeClr val="tx1"/>
                </a:solidFill>
                <a:latin typeface="Aptos Light" panose="020B0004020202020204" pitchFamily="34" charset="0"/>
              </a:rPr>
              <a:t>ust.com</a:t>
            </a:r>
          </a:p>
        </p:txBody>
      </p:sp>
      <p:sp>
        <p:nvSpPr>
          <p:cNvPr id="13" name="Facebook">
            <a:hlinkClick r:id="rId2"/>
            <a:extLst>
              <a:ext uri="{FF2B5EF4-FFF2-40B4-BE49-F238E27FC236}">
                <a16:creationId xmlns:a16="http://schemas.microsoft.com/office/drawing/2014/main" id="{D3CE881A-2E2C-4BF7-81A2-0B6ABD537CEA}"/>
              </a:ext>
            </a:extLst>
          </p:cNvPr>
          <p:cNvSpPr>
            <a:spLocks/>
          </p:cNvSpPr>
          <p:nvPr userDrawn="1"/>
        </p:nvSpPr>
        <p:spPr bwMode="auto">
          <a:xfrm>
            <a:off x="9197136"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7" name="YouTube">
            <a:hlinkClick r:id="rId3"/>
            <a:extLst>
              <a:ext uri="{FF2B5EF4-FFF2-40B4-BE49-F238E27FC236}">
                <a16:creationId xmlns:a16="http://schemas.microsoft.com/office/drawing/2014/main" id="{7FB14B23-C759-4C47-887D-A27839DAE366}"/>
              </a:ext>
            </a:extLst>
          </p:cNvPr>
          <p:cNvSpPr>
            <a:spLocks noEditPoints="1"/>
          </p:cNvSpPr>
          <p:nvPr userDrawn="1"/>
        </p:nvSpPr>
        <p:spPr bwMode="auto">
          <a:xfrm>
            <a:off x="10916563" y="5537234"/>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19" name="LinkedIn">
            <a:hlinkClick r:id="rId4"/>
            <a:extLst>
              <a:ext uri="{FF2B5EF4-FFF2-40B4-BE49-F238E27FC236}">
                <a16:creationId xmlns:a16="http://schemas.microsoft.com/office/drawing/2014/main" id="{58F9BA14-DDCC-0CC3-6CDE-E51A0814C7BA}"/>
              </a:ext>
            </a:extLst>
          </p:cNvPr>
          <p:cNvSpPr>
            <a:spLocks noChangeAspect="1" noEditPoints="1"/>
          </p:cNvSpPr>
          <p:nvPr userDrawn="1"/>
        </p:nvSpPr>
        <p:spPr bwMode="auto">
          <a:xfrm>
            <a:off x="9992433" y="5537234"/>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pic>
        <p:nvPicPr>
          <p:cNvPr id="26" name="Picture 25">
            <a:hlinkClick r:id="rId5"/>
            <a:extLst>
              <a:ext uri="{FF2B5EF4-FFF2-40B4-BE49-F238E27FC236}">
                <a16:creationId xmlns:a16="http://schemas.microsoft.com/office/drawing/2014/main" id="{8734E9CE-0BA1-A43D-678C-EDCD3D2E86E6}"/>
              </a:ext>
            </a:extLst>
          </p:cNvPr>
          <p:cNvPicPr>
            <a:picLocks noChangeAspect="1"/>
          </p:cNvPicPr>
          <p:nvPr userDrawn="1"/>
        </p:nvPicPr>
        <p:blipFill>
          <a:blip r:embed="rId6"/>
          <a:stretch>
            <a:fillRect/>
          </a:stretch>
        </p:blipFill>
        <p:spPr>
          <a:xfrm>
            <a:off x="9520064" y="5537234"/>
            <a:ext cx="271272" cy="245364"/>
          </a:xfrm>
          <a:prstGeom prst="rect">
            <a:avLst/>
          </a:prstGeom>
        </p:spPr>
      </p:pic>
      <p:pic>
        <p:nvPicPr>
          <p:cNvPr id="28" name="Picture 27">
            <a:extLst>
              <a:ext uri="{FF2B5EF4-FFF2-40B4-BE49-F238E27FC236}">
                <a16:creationId xmlns:a16="http://schemas.microsoft.com/office/drawing/2014/main" id="{DCA9BE77-449D-B0EC-E04E-C5C320AFB2C6}"/>
              </a:ext>
            </a:extLst>
          </p:cNvPr>
          <p:cNvPicPr>
            <a:picLocks noChangeAspect="1"/>
          </p:cNvPicPr>
          <p:nvPr userDrawn="1"/>
        </p:nvPicPr>
        <p:blipFill>
          <a:blip r:embed="rId7"/>
          <a:stretch>
            <a:fillRect/>
          </a:stretch>
        </p:blipFill>
        <p:spPr>
          <a:xfrm>
            <a:off x="10449725" y="5538999"/>
            <a:ext cx="265741" cy="265741"/>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slideLayout" Target="../slideLayouts/slideLayout114.xml"/><Relationship Id="rId115" Type="http://schemas.openxmlformats.org/officeDocument/2006/relationships/slideLayout" Target="../slideLayouts/slideLayout115.xml"/><Relationship Id="rId1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latin typeface="Aptos Light" panose="020B0004020202020204" pitchFamily="34" charset="0"/>
            </a:endParaRPr>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latin typeface="Aptos Light" panose="020B0004020202020204" pitchFamily="34" charset="0"/>
              </a:rPr>
              <a:t>Confidential and Proprietary. © 2026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Aptos Light" panose="020B0004020202020204" pitchFamily="34" charset="0"/>
                <a:cs typeface="Trebuchet MS"/>
              </a:rPr>
              <a:t> </a:t>
            </a:r>
            <a:fld id="{110FD68B-4EE4-9D43-89F2-B87D6C9CEE3A}" type="slidenum">
              <a:rPr lang="en-US" sz="800" smtClean="0">
                <a:solidFill>
                  <a:schemeClr val="tx1"/>
                </a:solidFill>
                <a:latin typeface="Aptos Light" panose="020B0004020202020204" pitchFamily="34" charset="0"/>
                <a:cs typeface="Trebuchet MS"/>
              </a:rPr>
              <a:pPr algn="r"/>
              <a:t>‹#›</a:t>
            </a:fld>
            <a:endParaRPr lang="en-US" sz="800" dirty="0">
              <a:solidFill>
                <a:schemeClr val="tx1"/>
              </a:solidFill>
              <a:latin typeface="Aptos Light" panose="020B0004020202020204" pitchFamily="34" charset="0"/>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809" r:id="rId1"/>
    <p:sldLayoutId id="2147483808" r:id="rId2"/>
    <p:sldLayoutId id="2147483723" r:id="rId3"/>
    <p:sldLayoutId id="2147483798" r:id="rId4"/>
    <p:sldLayoutId id="2147483649" r:id="rId5"/>
    <p:sldLayoutId id="2147483681" r:id="rId6"/>
    <p:sldLayoutId id="2147483691" r:id="rId7"/>
    <p:sldLayoutId id="2147483721" r:id="rId8"/>
    <p:sldLayoutId id="2147483795" r:id="rId9"/>
    <p:sldLayoutId id="2147483758" r:id="rId10"/>
    <p:sldLayoutId id="2147483797" r:id="rId11"/>
    <p:sldLayoutId id="2147483787" r:id="rId12"/>
    <p:sldLayoutId id="2147483789" r:id="rId13"/>
    <p:sldLayoutId id="2147483788" r:id="rId14"/>
    <p:sldLayoutId id="2147483796" r:id="rId15"/>
    <p:sldLayoutId id="2147483663" r:id="rId16"/>
    <p:sldLayoutId id="2147483760" r:id="rId17"/>
    <p:sldLayoutId id="2147483701" r:id="rId18"/>
    <p:sldLayoutId id="2147483650" r:id="rId19"/>
    <p:sldLayoutId id="2147483652" r:id="rId20"/>
    <p:sldLayoutId id="2147483656" r:id="rId21"/>
    <p:sldLayoutId id="2147483657" r:id="rId22"/>
    <p:sldLayoutId id="2147483799" r:id="rId23"/>
    <p:sldLayoutId id="2147483746" r:id="rId24"/>
    <p:sldLayoutId id="2147483747" r:id="rId25"/>
    <p:sldLayoutId id="2147483748" r:id="rId26"/>
    <p:sldLayoutId id="2147483761" r:id="rId27"/>
    <p:sldLayoutId id="2147483794" r:id="rId28"/>
    <p:sldLayoutId id="2147483764" r:id="rId29"/>
    <p:sldLayoutId id="2147483792" r:id="rId30"/>
    <p:sldLayoutId id="2147483763" r:id="rId31"/>
    <p:sldLayoutId id="2147483765" r:id="rId32"/>
    <p:sldLayoutId id="2147483793" r:id="rId33"/>
    <p:sldLayoutId id="2147483767" r:id="rId34"/>
    <p:sldLayoutId id="2147483768" r:id="rId35"/>
    <p:sldLayoutId id="2147483769" r:id="rId36"/>
    <p:sldLayoutId id="2147483770" r:id="rId37"/>
    <p:sldLayoutId id="2147483771" r:id="rId38"/>
    <p:sldLayoutId id="2147483772" r:id="rId39"/>
    <p:sldLayoutId id="2147483773" r:id="rId40"/>
    <p:sldLayoutId id="2147483774" r:id="rId41"/>
    <p:sldLayoutId id="2147483775" r:id="rId42"/>
    <p:sldLayoutId id="2147483776" r:id="rId43"/>
    <p:sldLayoutId id="2147483777" r:id="rId44"/>
    <p:sldLayoutId id="2147483778" r:id="rId45"/>
    <p:sldLayoutId id="2147483779" r:id="rId46"/>
    <p:sldLayoutId id="2147483780" r:id="rId47"/>
    <p:sldLayoutId id="2147483749" r:id="rId48"/>
    <p:sldLayoutId id="2147483750" r:id="rId49"/>
    <p:sldLayoutId id="2147483751" r:id="rId50"/>
    <p:sldLayoutId id="2147483752" r:id="rId51"/>
    <p:sldLayoutId id="2147483753" r:id="rId52"/>
    <p:sldLayoutId id="2147483754" r:id="rId53"/>
    <p:sldLayoutId id="2147483755" r:id="rId54"/>
    <p:sldLayoutId id="2147483756" r:id="rId55"/>
    <p:sldLayoutId id="2147483757" r:id="rId56"/>
    <p:sldLayoutId id="2147483661" r:id="rId57"/>
    <p:sldLayoutId id="2147483660" r:id="rId58"/>
    <p:sldLayoutId id="2147483692" r:id="rId59"/>
    <p:sldLayoutId id="2147483781" r:id="rId60"/>
    <p:sldLayoutId id="2147483665" r:id="rId61"/>
    <p:sldLayoutId id="2147483700" r:id="rId62"/>
    <p:sldLayoutId id="2147483712" r:id="rId63"/>
    <p:sldLayoutId id="2147483714" r:id="rId64"/>
    <p:sldLayoutId id="2147483724" r:id="rId65"/>
    <p:sldLayoutId id="2147483696" r:id="rId66"/>
    <p:sldLayoutId id="2147483695" r:id="rId67"/>
    <p:sldLayoutId id="2147483782" r:id="rId68"/>
    <p:sldLayoutId id="2147483783" r:id="rId69"/>
    <p:sldLayoutId id="2147483694" r:id="rId70"/>
    <p:sldLayoutId id="2147483715" r:id="rId71"/>
    <p:sldLayoutId id="2147483737" r:id="rId72"/>
    <p:sldLayoutId id="2147483711" r:id="rId73"/>
    <p:sldLayoutId id="2147483697" r:id="rId74"/>
    <p:sldLayoutId id="2147483698" r:id="rId75"/>
    <p:sldLayoutId id="2147483736" r:id="rId76"/>
    <p:sldLayoutId id="2147483699" r:id="rId77"/>
    <p:sldLayoutId id="2147483725" r:id="rId78"/>
    <p:sldLayoutId id="2147483784" r:id="rId79"/>
    <p:sldLayoutId id="2147483785" r:id="rId80"/>
    <p:sldLayoutId id="2147483786" r:id="rId81"/>
    <p:sldLayoutId id="2147483703" r:id="rId82"/>
    <p:sldLayoutId id="2147483704" r:id="rId83"/>
    <p:sldLayoutId id="2147483705" r:id="rId84"/>
    <p:sldLayoutId id="2147483722" r:id="rId85"/>
    <p:sldLayoutId id="2147483702" r:id="rId86"/>
    <p:sldLayoutId id="2147483693" r:id="rId87"/>
    <p:sldLayoutId id="2147483651" r:id="rId88"/>
    <p:sldLayoutId id="2147483730" r:id="rId89"/>
    <p:sldLayoutId id="2147483733" r:id="rId90"/>
    <p:sldLayoutId id="2147483708" r:id="rId91"/>
    <p:sldLayoutId id="2147483731" r:id="rId92"/>
    <p:sldLayoutId id="2147483734" r:id="rId93"/>
    <p:sldLayoutId id="2147483709" r:id="rId94"/>
    <p:sldLayoutId id="2147483732" r:id="rId95"/>
    <p:sldLayoutId id="2147483741" r:id="rId96"/>
    <p:sldLayoutId id="2147483744" r:id="rId97"/>
    <p:sldLayoutId id="2147483745" r:id="rId98"/>
    <p:sldLayoutId id="2147483740" r:id="rId99"/>
    <p:sldLayoutId id="2147483742" r:id="rId100"/>
    <p:sldLayoutId id="2147483743" r:id="rId101"/>
    <p:sldLayoutId id="2147483735" r:id="rId102"/>
    <p:sldLayoutId id="2147483717" r:id="rId103"/>
    <p:sldLayoutId id="2147483716" r:id="rId104"/>
    <p:sldLayoutId id="2147483727" r:id="rId105"/>
    <p:sldLayoutId id="2147483726" r:id="rId106"/>
    <p:sldLayoutId id="2147483728" r:id="rId107"/>
    <p:sldLayoutId id="2147483690" r:id="rId108"/>
    <p:sldLayoutId id="2147483689" r:id="rId109"/>
    <p:sldLayoutId id="2147483738" r:id="rId110"/>
    <p:sldLayoutId id="2147483720" r:id="rId111"/>
    <p:sldLayoutId id="2147483719" r:id="rId112"/>
    <p:sldLayoutId id="2147483680" r:id="rId113"/>
    <p:sldLayoutId id="2147483713" r:id="rId114"/>
    <p:sldLayoutId id="2147483707" r:id="rId1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0" kern="1200">
          <a:solidFill>
            <a:schemeClr val="tx1"/>
          </a:solidFill>
          <a:latin typeface="Aptos Light" panose="020B0004020202020204" pitchFamily="34" charset="0"/>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Aptos Light" panose="020B0004020202020204" pitchFamily="34" charset="0"/>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Aptos Light" panose="020B0004020202020204" pitchFamily="34" charset="0"/>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userDrawn="1">
          <p15:clr>
            <a:srgbClr val="F26B43"/>
          </p15:clr>
        </p15:guide>
        <p15:guide id="2" pos="230" userDrawn="1">
          <p15:clr>
            <a:srgbClr val="F26B43"/>
          </p15:clr>
        </p15:guide>
        <p15:guide id="3" pos="74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CareLoop AI</a:t>
            </a:r>
          </a:p>
        </p:txBody>
      </p:sp>
      <p:sp>
        <p:nvSpPr>
          <p:cNvPr id="3" name="Subtitle 2"/>
          <p:cNvSpPr>
            <a:spLocks noGrp="1"/>
          </p:cNvSpPr>
          <p:nvPr>
            <p:ph type="subTitle" idx="1"/>
          </p:nvPr>
        </p:nvSpPr>
        <p:spPr/>
        <p:txBody>
          <a:bodyPr/>
          <a:lstStyle/>
          <a:p>
            <a:r>
              <a:t>Claude POC review for Anthropic</a:t>
            </a:r>
          </a:p>
        </p:txBody>
      </p:sp>
      <p:sp>
        <p:nvSpPr>
          <p:cNvPr id="4" name="Text Placeholder 3"/>
          <p:cNvSpPr>
            <a:spLocks noGrp="1"/>
          </p:cNvSpPr>
          <p:nvPr>
            <p:ph type="body" sz="quarter" idx="10"/>
          </p:nvPr>
        </p:nvSpPr>
        <p:spPr/>
        <p:txBody>
          <a:bodyPr/>
          <a:lstStyle/>
          <a:p>
            <a:r>
              <a:rPr dirty="0"/>
              <a:t>Team CareLoop AI</a:t>
            </a:r>
          </a:p>
          <a:p>
            <a:r>
              <a:rPr dirty="0"/>
              <a:t>7 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01  POC overview</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Explain the idea, what the POC can do today, and the market it serves</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CareLoop AI   |   POC: CareLoop AI</a:t>
            </a:r>
          </a:p>
        </p:txBody>
      </p:sp>
      <p:sp>
        <p:nvSpPr>
          <p:cNvPr id="7" name="Rectangle 6"/>
          <p:cNvSpPr/>
          <p:nvPr/>
        </p:nvSpPr>
        <p:spPr>
          <a:xfrm>
            <a:off x="365760" y="1325880"/>
            <a:ext cx="5577840" cy="12344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1.1  The idea</a:t>
            </a:r>
          </a:p>
          <a:p>
            <a:pPr algn="l">
              <a:spcAft>
                <a:spcPts val="200"/>
              </a:spcAft>
            </a:pPr>
            <a:r>
              <a:rPr sz="1000" b="0" i="0">
                <a:solidFill>
                  <a:srgbClr val="231F20"/>
                </a:solidFill>
              </a:rPr>
              <a:t>Clinicians write notes as prose. The actionable parts — order the MRI, refer to neurology, start a statin — sit inside free text, so follow-up depends on memory and hand-chasing. Nothing checks whether the plan is complete, and nothing flags the patient waiting on a blocked step.</a:t>
            </a:r>
          </a:p>
          <a:p>
            <a:pPr algn="l">
              <a:spcAft>
                <a:spcPts val="200"/>
              </a:spcAft>
            </a:pPr>
            <a:r>
              <a:rPr sz="900" b="0" i="1">
                <a:solidFill>
                  <a:srgbClr val="7A7480"/>
                </a:solidFill>
              </a:rPr>
              <a:t>Example: “MRI brain, routine” in Tuesday’s note only becomes a tracked task if someone retypes it.</a:t>
            </a:r>
          </a:p>
        </p:txBody>
      </p:sp>
      <p:sp>
        <p:nvSpPr>
          <p:cNvPr id="8" name="Rectangle 7"/>
          <p:cNvSpPr/>
          <p:nvPr/>
        </p:nvSpPr>
        <p:spPr>
          <a:xfrm>
            <a:off x="365760" y="2697480"/>
            <a:ext cx="5577840" cy="105156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1.2  What the POC does</a:t>
            </a:r>
          </a:p>
          <a:p>
            <a:pPr algn="l">
              <a:spcAft>
                <a:spcPts val="200"/>
              </a:spcAft>
            </a:pPr>
            <a:r>
              <a:rPr sz="1000" b="0" i="0">
                <a:solidFill>
                  <a:srgbClr val="231F20"/>
                </a:solidFill>
              </a:rPr>
              <a:t>Paste a doctor’s note in the React app: a Gemini tool-calling agent saves each actionable item as a typed card in Postgres, a 28-condition checklist flags missed care, dependent cards turn at_risk, and MCP agents can close the loop.</a:t>
            </a:r>
          </a:p>
          <a:p>
            <a:pPr algn="l">
              <a:spcAft>
                <a:spcPts val="200"/>
              </a:spcAft>
            </a:pPr>
            <a:r>
              <a:rPr sz="900" b="0" i="1">
                <a:solidFill>
                  <a:srgbClr val="7A7480"/>
                </a:solidFill>
              </a:rPr>
              <a:t>Example: one note produced 3 cards (medication, test, next_visit) and 2 care-gap recommendations.</a:t>
            </a:r>
          </a:p>
        </p:txBody>
      </p:sp>
      <p:sp>
        <p:nvSpPr>
          <p:cNvPr id="9" name="TextBox 8"/>
          <p:cNvSpPr txBox="1"/>
          <p:nvPr/>
        </p:nvSpPr>
        <p:spPr>
          <a:xfrm>
            <a:off x="365760" y="3886200"/>
            <a:ext cx="5577840" cy="219456"/>
          </a:xfrm>
          <a:prstGeom prst="rect">
            <a:avLst/>
          </a:prstGeom>
          <a:noFill/>
        </p:spPr>
        <p:txBody>
          <a:bodyPr wrap="square" lIns="0" tIns="0" rIns="0" bIns="0">
            <a:spAutoFit/>
          </a:bodyPr>
          <a:lstStyle/>
          <a:p>
            <a:pPr algn="l">
              <a:spcAft>
                <a:spcPts val="200"/>
              </a:spcAft>
            </a:pPr>
            <a:r>
              <a:rPr sz="1100" b="1" i="0">
                <a:solidFill>
                  <a:srgbClr val="006E74"/>
                </a:solidFill>
              </a:rPr>
              <a:t>1.3  What is working versus mocked</a:t>
            </a:r>
          </a:p>
        </p:txBody>
      </p:sp>
      <p:sp>
        <p:nvSpPr>
          <p:cNvPr id="10" name="Rectangle 9"/>
          <p:cNvSpPr/>
          <p:nvPr/>
        </p:nvSpPr>
        <p:spPr>
          <a:xfrm>
            <a:off x="365760" y="4160520"/>
            <a:ext cx="2743200" cy="178308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FFFFFF"/>
                </a:solidFill>
              </a:rPr>
              <a:t>WORKING</a:t>
            </a:r>
          </a:p>
          <a:p>
            <a:pPr algn="l">
              <a:spcAft>
                <a:spcPts val="200"/>
              </a:spcAft>
            </a:pPr>
            <a:r>
              <a:rPr sz="1000" b="0" i="0">
                <a:solidFill>
                  <a:srgbClr val="FFFFFF"/>
                </a:solidFill>
              </a:rPr>
              <a:t>Note → typed cards via save_card / close_card (five card types)</a:t>
            </a:r>
          </a:p>
          <a:p>
            <a:pPr algn="l">
              <a:spcAft>
                <a:spcPts val="200"/>
              </a:spcAft>
            </a:pPr>
            <a:r>
              <a:rPr sz="1000" b="0" i="0">
                <a:solidFill>
                  <a:srgbClr val="FFFFFF"/>
                </a:solidFill>
              </a:rPr>
              <a:t>Care-gap recommendations from a 28-diagnosis checklist</a:t>
            </a:r>
          </a:p>
          <a:p>
            <a:pPr algn="l">
              <a:spcAft>
                <a:spcPts val="200"/>
              </a:spcAft>
            </a:pPr>
            <a:r>
              <a:rPr sz="1000" b="0" i="0">
                <a:solidFill>
                  <a:srgbClr val="FFFFFF"/>
                </a:solidFill>
              </a:rPr>
              <a:t>Dependency-driven at_risk, healed when the blocker closes</a:t>
            </a:r>
          </a:p>
          <a:p>
            <a:pPr algn="l">
              <a:spcAft>
                <a:spcPts val="200"/>
              </a:spcAft>
            </a:pPr>
            <a:r>
              <a:rPr sz="1000" b="0" i="0">
                <a:solidFill>
                  <a:srgbClr val="FFFFFF"/>
                </a:solidFill>
              </a:rPr>
              <a:t>MCP server (6 tools), urgency triage, reminders, plain language</a:t>
            </a:r>
          </a:p>
        </p:txBody>
      </p:sp>
      <p:sp>
        <p:nvSpPr>
          <p:cNvPr id="11" name="Rectangle 10"/>
          <p:cNvSpPr/>
          <p:nvPr/>
        </p:nvSpPr>
        <p:spPr>
          <a:xfrm>
            <a:off x="3200400" y="4160520"/>
            <a:ext cx="2743200" cy="178308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006E74"/>
                </a:solidFill>
              </a:rPr>
              <a:t>MOCKED OR PLANNED</a:t>
            </a:r>
          </a:p>
          <a:p>
            <a:pPr algn="l">
              <a:spcAft>
                <a:spcPts val="200"/>
              </a:spcAft>
            </a:pPr>
            <a:r>
              <a:rPr sz="1000" b="0" i="0">
                <a:solidFill>
                  <a:srgbClr val="231F20"/>
                </a:solidFill>
              </a:rPr>
              <a:t>No EHR or FHIR feed: notes are pasted, the inbox is a watched folder</a:t>
            </a:r>
          </a:p>
          <a:p>
            <a:pPr algn="l">
              <a:spcAft>
                <a:spcPts val="200"/>
              </a:spcAft>
            </a:pPr>
            <a:r>
              <a:rPr sz="1000" b="0" i="0">
                <a:solidFill>
                  <a:srgbClr val="231F20"/>
                </a:solidFill>
              </a:rPr>
              <a:t>Demo accounts share one password; no per-user MCP tokens yet</a:t>
            </a:r>
          </a:p>
          <a:p>
            <a:pPr algn="l">
              <a:spcAft>
                <a:spcPts val="200"/>
              </a:spcAft>
            </a:pPr>
            <a:r>
              <a:rPr sz="1000" b="0" i="0">
                <a:solidFill>
                  <a:srgbClr val="231F20"/>
                </a:solidFill>
              </a:rPr>
              <a:t>Triage results stored in urgency.messages but not shown in the UI</a:t>
            </a:r>
          </a:p>
        </p:txBody>
      </p:sp>
      <p:sp>
        <p:nvSpPr>
          <p:cNvPr id="12" name="TextBox 11"/>
          <p:cNvSpPr txBox="1"/>
          <p:nvPr/>
        </p:nvSpPr>
        <p:spPr>
          <a:xfrm>
            <a:off x="6126480" y="1325880"/>
            <a:ext cx="5696712" cy="219456"/>
          </a:xfrm>
          <a:prstGeom prst="rect">
            <a:avLst/>
          </a:prstGeom>
          <a:noFill/>
        </p:spPr>
        <p:txBody>
          <a:bodyPr wrap="square" lIns="0" tIns="0" rIns="0" bIns="0">
            <a:spAutoFit/>
          </a:bodyPr>
          <a:lstStyle/>
          <a:p>
            <a:pPr algn="l">
              <a:spcAft>
                <a:spcPts val="200"/>
              </a:spcAft>
            </a:pPr>
            <a:r>
              <a:rPr sz="1100" b="1" i="0">
                <a:solidFill>
                  <a:srgbClr val="006E74"/>
                </a:solidFill>
              </a:rPr>
              <a:t>1.4  Market analysis</a:t>
            </a:r>
          </a:p>
        </p:txBody>
      </p:sp>
      <p:sp>
        <p:nvSpPr>
          <p:cNvPr id="13" name="Rectangle 12"/>
          <p:cNvSpPr/>
          <p:nvPr/>
        </p:nvSpPr>
        <p:spPr>
          <a:xfrm>
            <a:off x="6126480" y="1600200"/>
            <a:ext cx="5696712" cy="26060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Geographic relevance and market size</a:t>
            </a:r>
          </a:p>
          <a:p>
            <a:pPr algn="l">
              <a:spcAft>
                <a:spcPts val="200"/>
              </a:spcAft>
            </a:pPr>
            <a:r>
              <a:rPr sz="1000" b="0" i="0">
                <a:solidFill>
                  <a:srgbClr val="231F20"/>
                </a:solidFill>
              </a:rPr>
              <a:t>Regions: US and EU, where value-based care and audit rules make closed-loop follow-up a paid requirement. North America is the largest AI care-coordination market and APAC the fastest growing (Mordor Intelligence, 2026).</a:t>
            </a:r>
          </a:p>
          <a:p>
            <a:pPr algn="l">
              <a:spcAft>
                <a:spcPts val="200"/>
              </a:spcAft>
            </a:pPr>
            <a:r>
              <a:rPr sz="900" b="0" i="1">
                <a:solidFill>
                  <a:srgbClr val="7A7480"/>
                </a:solidFill>
              </a:rPr>
              <a:t>Example: chronic-care management billing needs evidence that every ordered test was followed up.</a:t>
            </a:r>
          </a:p>
          <a:p>
            <a:pPr algn="l">
              <a:spcAft>
                <a:spcPts val="200"/>
              </a:spcAft>
            </a:pPr>
            <a:r>
              <a:rPr sz="1000" b="0" i="0">
                <a:solidFill>
                  <a:srgbClr val="231F20"/>
                </a:solidFill>
              </a:rPr>
              <a:t>Approx. market size: USD 2.15 bn in 2026, rising to USD 6.24 bn by 2031. Source: Mordor Intelligence, AI-Based Care Coordination Market, 2026</a:t>
            </a:r>
          </a:p>
          <a:p>
            <a:pPr algn="l">
              <a:spcAft>
                <a:spcPts val="200"/>
              </a:spcAft>
            </a:pPr>
            <a:r>
              <a:rPr sz="1000" b="0" i="0">
                <a:solidFill>
                  <a:srgbClr val="231F20"/>
                </a:solidFill>
              </a:rPr>
              <a:t>Expected growth: 23.79% CAGR, 2026–2031. Source: Mordor Intelligence, 2026 (vendor forecast — an estimate, not a neutral measurement)</a:t>
            </a:r>
          </a:p>
          <a:p>
            <a:pPr algn="l">
              <a:spcAft>
                <a:spcPts val="200"/>
              </a:spcAft>
            </a:pPr>
            <a:r>
              <a:rPr sz="900" b="0" i="1">
                <a:solidFill>
                  <a:srgbClr val="7A7480"/>
                </a:solidFill>
              </a:rPr>
              <a:t>Our own bottom-up sizing, and every figure we derived ourselves, is marked as an estimate.</a:t>
            </a:r>
          </a:p>
        </p:txBody>
      </p:sp>
      <p:sp>
        <p:nvSpPr>
          <p:cNvPr id="14" name="Rectangle 13"/>
          <p:cNvSpPr/>
          <p:nvPr/>
        </p:nvSpPr>
        <p:spPr>
          <a:xfrm>
            <a:off x="6126480" y="4343400"/>
            <a:ext cx="5696712" cy="160020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Target customers</a:t>
            </a:r>
          </a:p>
          <a:p>
            <a:pPr algn="l">
              <a:spcAft>
                <a:spcPts val="200"/>
              </a:spcAft>
            </a:pPr>
            <a:r>
              <a:rPr sz="1000" b="0" i="0">
                <a:solidFill>
                  <a:srgbClr val="231F20"/>
                </a:solidFill>
              </a:rPr>
              <a:t>Ambulatory and specialist clinics with 10–200 clinicians and high note volumes; bought by clinical leadership, used daily by doctors, nurses and the follow-up desk.</a:t>
            </a:r>
          </a:p>
          <a:p>
            <a:pPr algn="l">
              <a:spcAft>
                <a:spcPts val="200"/>
              </a:spcAft>
            </a:pPr>
            <a:r>
              <a:rPr sz="900" b="0" i="1">
                <a:solidFill>
                  <a:srgbClr val="7A7480"/>
                </a:solidFill>
              </a:rPr>
              <a:t>Example: a 40-doctor multi-specialty clinic chasing 300+ open follow-ups a month.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02  The model’s role and architecture</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Show what the model does, which features we used, and how the parts connect</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CareLoop AI   |   POC: CareLoop AI</a:t>
            </a:r>
          </a:p>
        </p:txBody>
      </p:sp>
      <p:sp>
        <p:nvSpPr>
          <p:cNvPr id="7" name="TextBox 6"/>
          <p:cNvSpPr txBox="1"/>
          <p:nvPr/>
        </p:nvSpPr>
        <p:spPr>
          <a:xfrm>
            <a:off x="365760" y="1325880"/>
            <a:ext cx="5577840" cy="219456"/>
          </a:xfrm>
          <a:prstGeom prst="rect">
            <a:avLst/>
          </a:prstGeom>
          <a:noFill/>
        </p:spPr>
        <p:txBody>
          <a:bodyPr wrap="square" lIns="0" tIns="0" rIns="0" bIns="0">
            <a:spAutoFit/>
          </a:bodyPr>
          <a:lstStyle/>
          <a:p>
            <a:pPr algn="l">
              <a:spcAft>
                <a:spcPts val="200"/>
              </a:spcAft>
            </a:pPr>
            <a:r>
              <a:rPr sz="1100" b="1" i="0">
                <a:solidFill>
                  <a:srgbClr val="006E74"/>
                </a:solidFill>
              </a:rPr>
              <a:t>2.1  What the model does versus what code does</a:t>
            </a:r>
          </a:p>
        </p:txBody>
      </p:sp>
      <p:sp>
        <p:nvSpPr>
          <p:cNvPr id="8" name="Rectangle 7"/>
          <p:cNvSpPr/>
          <p:nvPr/>
        </p:nvSpPr>
        <p:spPr>
          <a:xfrm>
            <a:off x="365760" y="1600200"/>
            <a:ext cx="2743200" cy="141732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FFFFFF"/>
                </a:solidFill>
              </a:rPr>
              <a:t>GEMINI DOES</a:t>
            </a:r>
          </a:p>
          <a:p>
            <a:pPr algn="l">
              <a:spcAft>
                <a:spcPts val="200"/>
              </a:spcAft>
            </a:pPr>
            <a:r>
              <a:rPr sz="1000" b="0" i="0">
                <a:solidFill>
                  <a:srgbClr val="FFFFFF"/>
                </a:solidFill>
              </a:rPr>
              <a:t>Reads the note and decides what is actionable, and each item’s type</a:t>
            </a:r>
          </a:p>
          <a:p>
            <a:pPr algn="l">
              <a:spcAft>
                <a:spcPts val="200"/>
              </a:spcAft>
            </a:pPr>
            <a:r>
              <a:rPr sz="1000" b="0" i="0">
                <a:solidFill>
                  <a:srgbClr val="FFFFFF"/>
                </a:solidFill>
              </a:rPr>
              <a:t>Writes card text and due dates, and spots the follow-up that closes a card</a:t>
            </a:r>
          </a:p>
          <a:p>
            <a:pPr algn="l">
              <a:spcAft>
                <a:spcPts val="200"/>
              </a:spcAft>
            </a:pPr>
            <a:r>
              <a:rPr sz="1000" b="0" i="0">
                <a:solidFill>
                  <a:srgbClr val="FFFFFF"/>
                </a:solidFill>
              </a:rPr>
              <a:t>Judges which expected care items the cards cover</a:t>
            </a:r>
          </a:p>
        </p:txBody>
      </p:sp>
      <p:sp>
        <p:nvSpPr>
          <p:cNvPr id="9" name="Rectangle 8"/>
          <p:cNvSpPr/>
          <p:nvPr/>
        </p:nvSpPr>
        <p:spPr>
          <a:xfrm>
            <a:off x="3200400" y="1600200"/>
            <a:ext cx="2743200" cy="141732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900" b="1" i="0">
                <a:solidFill>
                  <a:srgbClr val="006E74"/>
                </a:solidFill>
              </a:rPr>
              <a:t>CODE DOES</a:t>
            </a:r>
          </a:p>
          <a:p>
            <a:pPr algn="l">
              <a:spcAft>
                <a:spcPts val="200"/>
              </a:spcAft>
            </a:pPr>
            <a:r>
              <a:rPr sz="1000" b="0" i="0">
                <a:solidFill>
                  <a:srgbClr val="231F20"/>
                </a:solidFill>
              </a:rPr>
              <a:t>Validates and persists cards in one transaction; no SQL from the model</a:t>
            </a:r>
          </a:p>
          <a:p>
            <a:pPr algn="l">
              <a:spcAft>
                <a:spcPts val="200"/>
              </a:spcAft>
            </a:pPr>
            <a:r>
              <a:rPr sz="1000" b="0" i="0">
                <a:solidFill>
                  <a:srgbClr val="231F20"/>
                </a:solidFill>
              </a:rPr>
              <a:t>Dependency graph, at_risk, reminders, auth, checklist matching</a:t>
            </a:r>
          </a:p>
          <a:p>
            <a:pPr algn="l">
              <a:spcAft>
                <a:spcPts val="200"/>
              </a:spcAft>
            </a:pPr>
            <a:r>
              <a:rPr sz="1000" b="0" i="0">
                <a:solidFill>
                  <a:srgbClr val="231F20"/>
                </a:solidFill>
              </a:rPr>
              <a:t>Urgency triage runs locally on the laya router, with no LLM call</a:t>
            </a:r>
          </a:p>
        </p:txBody>
      </p:sp>
      <p:sp>
        <p:nvSpPr>
          <p:cNvPr id="10" name="TextBox 9"/>
          <p:cNvSpPr txBox="1"/>
          <p:nvPr/>
        </p:nvSpPr>
        <p:spPr>
          <a:xfrm>
            <a:off x="365760" y="3154680"/>
            <a:ext cx="5577840" cy="219456"/>
          </a:xfrm>
          <a:prstGeom prst="rect">
            <a:avLst/>
          </a:prstGeom>
          <a:noFill/>
        </p:spPr>
        <p:txBody>
          <a:bodyPr wrap="square" lIns="0" tIns="0" rIns="0" bIns="0">
            <a:spAutoFit/>
          </a:bodyPr>
          <a:lstStyle/>
          <a:p>
            <a:pPr algn="l">
              <a:spcAft>
                <a:spcPts val="200"/>
              </a:spcAft>
            </a:pPr>
            <a:r>
              <a:rPr sz="1100" b="1" i="0">
                <a:solidFill>
                  <a:srgbClr val="006E74"/>
                </a:solidFill>
              </a:rPr>
              <a:t>2.2  Model features used (shade each cell)</a:t>
            </a:r>
          </a:p>
        </p:txBody>
      </p:sp>
      <p:sp>
        <p:nvSpPr>
          <p:cNvPr id="11" name="Rectangle 10"/>
          <p:cNvSpPr/>
          <p:nvPr/>
        </p:nvSpPr>
        <p:spPr>
          <a:xfrm>
            <a:off x="365760" y="3429000"/>
            <a:ext cx="1822703" cy="461772"/>
          </a:xfrm>
          <a:prstGeom prst="rect">
            <a:avLst/>
          </a:prstGeom>
          <a:solidFill>
            <a:srgbClr val="006E74"/>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FFFFFF"/>
                </a:solidFill>
              </a:rPr>
              <a:t>Tool use</a:t>
            </a:r>
          </a:p>
        </p:txBody>
      </p:sp>
      <p:sp>
        <p:nvSpPr>
          <p:cNvPr id="12" name="Rectangle 11"/>
          <p:cNvSpPr/>
          <p:nvPr/>
        </p:nvSpPr>
        <p:spPr>
          <a:xfrm>
            <a:off x="2243328" y="3429000"/>
            <a:ext cx="1822703" cy="461772"/>
          </a:xfrm>
          <a:prstGeom prst="rect">
            <a:avLst/>
          </a:prstGeom>
          <a:solidFill>
            <a:srgbClr val="006E74"/>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FFFFFF"/>
                </a:solidFill>
              </a:rPr>
              <a:t>MCP servers</a:t>
            </a:r>
          </a:p>
        </p:txBody>
      </p:sp>
      <p:sp>
        <p:nvSpPr>
          <p:cNvPr id="13" name="Rectangle 12"/>
          <p:cNvSpPr/>
          <p:nvPr/>
        </p:nvSpPr>
        <p:spPr>
          <a:xfrm>
            <a:off x="4120896" y="3429000"/>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Extended thinking</a:t>
            </a:r>
          </a:p>
        </p:txBody>
      </p:sp>
      <p:sp>
        <p:nvSpPr>
          <p:cNvPr id="14" name="Rectangle 13"/>
          <p:cNvSpPr/>
          <p:nvPr/>
        </p:nvSpPr>
        <p:spPr>
          <a:xfrm>
            <a:off x="365760" y="3945635"/>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Vision / PDF</a:t>
            </a:r>
          </a:p>
        </p:txBody>
      </p:sp>
      <p:sp>
        <p:nvSpPr>
          <p:cNvPr id="15" name="Rectangle 14"/>
          <p:cNvSpPr/>
          <p:nvPr/>
        </p:nvSpPr>
        <p:spPr>
          <a:xfrm>
            <a:off x="2243328" y="3945635"/>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Citations</a:t>
            </a:r>
          </a:p>
        </p:txBody>
      </p:sp>
      <p:sp>
        <p:nvSpPr>
          <p:cNvPr id="16" name="Rectangle 15"/>
          <p:cNvSpPr/>
          <p:nvPr/>
        </p:nvSpPr>
        <p:spPr>
          <a:xfrm>
            <a:off x="4120896" y="3945635"/>
            <a:ext cx="1822703" cy="461772"/>
          </a:xfrm>
          <a:prstGeom prst="rect">
            <a:avLst/>
          </a:prstGeom>
          <a:solidFill>
            <a:srgbClr val="006E74"/>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FFFFFF"/>
                </a:solidFill>
              </a:rPr>
              <a:t>Structured outputs</a:t>
            </a:r>
          </a:p>
        </p:txBody>
      </p:sp>
      <p:sp>
        <p:nvSpPr>
          <p:cNvPr id="17" name="Rectangle 16"/>
          <p:cNvSpPr/>
          <p:nvPr/>
        </p:nvSpPr>
        <p:spPr>
          <a:xfrm>
            <a:off x="365760" y="4462272"/>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Prompt caching</a:t>
            </a:r>
          </a:p>
        </p:txBody>
      </p:sp>
      <p:sp>
        <p:nvSpPr>
          <p:cNvPr id="18" name="Rectangle 17"/>
          <p:cNvSpPr/>
          <p:nvPr/>
        </p:nvSpPr>
        <p:spPr>
          <a:xfrm>
            <a:off x="2243328" y="4462272"/>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Files API</a:t>
            </a:r>
          </a:p>
        </p:txBody>
      </p:sp>
      <p:sp>
        <p:nvSpPr>
          <p:cNvPr id="19" name="Rectangle 18"/>
          <p:cNvSpPr/>
          <p:nvPr/>
        </p:nvSpPr>
        <p:spPr>
          <a:xfrm>
            <a:off x="4120896" y="4462272"/>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Code execution</a:t>
            </a:r>
          </a:p>
        </p:txBody>
      </p:sp>
      <p:sp>
        <p:nvSpPr>
          <p:cNvPr id="20" name="Rectangle 19"/>
          <p:cNvSpPr/>
          <p:nvPr/>
        </p:nvSpPr>
        <p:spPr>
          <a:xfrm>
            <a:off x="365760" y="4978908"/>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Web search</a:t>
            </a:r>
          </a:p>
        </p:txBody>
      </p:sp>
      <p:sp>
        <p:nvSpPr>
          <p:cNvPr id="21" name="Rectangle 20"/>
          <p:cNvSpPr/>
          <p:nvPr/>
        </p:nvSpPr>
        <p:spPr>
          <a:xfrm>
            <a:off x="2243328" y="4978908"/>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Agent SDK</a:t>
            </a:r>
          </a:p>
        </p:txBody>
      </p:sp>
      <p:sp>
        <p:nvSpPr>
          <p:cNvPr id="22" name="Rectangle 21"/>
          <p:cNvSpPr/>
          <p:nvPr/>
        </p:nvSpPr>
        <p:spPr>
          <a:xfrm>
            <a:off x="4120896" y="4978908"/>
            <a:ext cx="1822703" cy="461772"/>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Agent Skills</a:t>
            </a:r>
          </a:p>
        </p:txBody>
      </p:sp>
      <p:sp>
        <p:nvSpPr>
          <p:cNvPr id="23" name="Rectangle 22"/>
          <p:cNvSpPr/>
          <p:nvPr/>
        </p:nvSpPr>
        <p:spPr>
          <a:xfrm>
            <a:off x="365760" y="5623560"/>
            <a:ext cx="182880" cy="18288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endParaRPr/>
          </a:p>
        </p:txBody>
      </p:sp>
      <p:sp>
        <p:nvSpPr>
          <p:cNvPr id="24" name="TextBox 23"/>
          <p:cNvSpPr txBox="1"/>
          <p:nvPr/>
        </p:nvSpPr>
        <p:spPr>
          <a:xfrm>
            <a:off x="621792" y="5623560"/>
            <a:ext cx="1645920" cy="201168"/>
          </a:xfrm>
          <a:prstGeom prst="rect">
            <a:avLst/>
          </a:prstGeom>
          <a:noFill/>
        </p:spPr>
        <p:txBody>
          <a:bodyPr wrap="square" lIns="0" tIns="0" rIns="0" bIns="0">
            <a:spAutoFit/>
          </a:bodyPr>
          <a:lstStyle/>
          <a:p>
            <a:pPr algn="l">
              <a:spcAft>
                <a:spcPts val="200"/>
              </a:spcAft>
            </a:pPr>
            <a:r>
              <a:rPr sz="950" b="0" i="0">
                <a:solidFill>
                  <a:srgbClr val="231F20"/>
                </a:solidFill>
              </a:rPr>
              <a:t>Used</a:t>
            </a:r>
          </a:p>
        </p:txBody>
      </p:sp>
      <p:sp>
        <p:nvSpPr>
          <p:cNvPr id="25" name="Rectangle 24"/>
          <p:cNvSpPr/>
          <p:nvPr/>
        </p:nvSpPr>
        <p:spPr>
          <a:xfrm>
            <a:off x="2286000" y="5623560"/>
            <a:ext cx="182880" cy="182880"/>
          </a:xfrm>
          <a:prstGeom prst="rect">
            <a:avLst/>
          </a:prstGeom>
          <a:solidFill>
            <a:srgbClr val="ECECE1"/>
          </a:solidFill>
          <a:ln w="9525">
            <a:solidFill>
              <a:srgbClr val="7A748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endParaRPr/>
          </a:p>
        </p:txBody>
      </p:sp>
      <p:sp>
        <p:nvSpPr>
          <p:cNvPr id="26" name="TextBox 25"/>
          <p:cNvSpPr txBox="1"/>
          <p:nvPr/>
        </p:nvSpPr>
        <p:spPr>
          <a:xfrm>
            <a:off x="2542032" y="5623560"/>
            <a:ext cx="1645920" cy="201168"/>
          </a:xfrm>
          <a:prstGeom prst="rect">
            <a:avLst/>
          </a:prstGeom>
          <a:noFill/>
        </p:spPr>
        <p:txBody>
          <a:bodyPr wrap="square" lIns="0" tIns="0" rIns="0" bIns="0">
            <a:spAutoFit/>
          </a:bodyPr>
          <a:lstStyle/>
          <a:p>
            <a:pPr algn="l">
              <a:spcAft>
                <a:spcPts val="200"/>
              </a:spcAft>
            </a:pPr>
            <a:r>
              <a:rPr sz="950" b="0" i="0">
                <a:solidFill>
                  <a:srgbClr val="231F20"/>
                </a:solidFill>
              </a:rPr>
              <a:t>Tried and rejected</a:t>
            </a:r>
          </a:p>
        </p:txBody>
      </p:sp>
      <p:sp>
        <p:nvSpPr>
          <p:cNvPr id="27" name="Rectangle 26"/>
          <p:cNvSpPr/>
          <p:nvPr/>
        </p:nvSpPr>
        <p:spPr>
          <a:xfrm>
            <a:off x="4206240" y="5623560"/>
            <a:ext cx="182880" cy="182880"/>
          </a:xfrm>
          <a:prstGeom prst="rect">
            <a:avLst/>
          </a:prstGeom>
          <a:solidFill>
            <a:srgbClr val="FFFFFF"/>
          </a:solidFill>
          <a:ln w="9525">
            <a:solidFill>
              <a:srgbClr val="7A7480"/>
            </a:solid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endParaRPr/>
          </a:p>
        </p:txBody>
      </p:sp>
      <p:sp>
        <p:nvSpPr>
          <p:cNvPr id="28" name="TextBox 27"/>
          <p:cNvSpPr txBox="1"/>
          <p:nvPr/>
        </p:nvSpPr>
        <p:spPr>
          <a:xfrm>
            <a:off x="4462272" y="5623560"/>
            <a:ext cx="1645920" cy="201168"/>
          </a:xfrm>
          <a:prstGeom prst="rect">
            <a:avLst/>
          </a:prstGeom>
          <a:noFill/>
        </p:spPr>
        <p:txBody>
          <a:bodyPr wrap="square" lIns="0" tIns="0" rIns="0" bIns="0">
            <a:spAutoFit/>
          </a:bodyPr>
          <a:lstStyle/>
          <a:p>
            <a:pPr algn="l">
              <a:spcAft>
                <a:spcPts val="200"/>
              </a:spcAft>
            </a:pPr>
            <a:r>
              <a:rPr sz="950" b="0" i="0">
                <a:solidFill>
                  <a:srgbClr val="231F20"/>
                </a:solidFill>
              </a:rPr>
              <a:t>Not used</a:t>
            </a:r>
          </a:p>
        </p:txBody>
      </p:sp>
      <p:sp>
        <p:nvSpPr>
          <p:cNvPr id="29" name="Rectangle 28"/>
          <p:cNvSpPr/>
          <p:nvPr/>
        </p:nvSpPr>
        <p:spPr>
          <a:xfrm>
            <a:off x="6126480" y="1325880"/>
            <a:ext cx="5696712" cy="3246120"/>
          </a:xfrm>
          <a:prstGeom prst="rect">
            <a:avLst/>
          </a:prstGeom>
          <a:solidFill>
            <a:srgbClr val="ECECE1"/>
          </a:solidFill>
          <a:ln w="9525">
            <a:solidFill>
              <a:srgbClr val="7A7480"/>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ctr">
              <a:spcAft>
                <a:spcPts val="200"/>
              </a:spcAft>
            </a:pPr>
            <a:r>
              <a:rPr sz="1100" b="1" i="0">
                <a:solidFill>
                  <a:srgbClr val="006E74"/>
                </a:solidFill>
              </a:rPr>
              <a:t>2.3  Architecture diagram</a:t>
            </a:r>
          </a:p>
        </p:txBody>
      </p:sp>
      <p:sp>
        <p:nvSpPr>
          <p:cNvPr id="30" name="Rectangle 29"/>
          <p:cNvSpPr/>
          <p:nvPr/>
        </p:nvSpPr>
        <p:spPr>
          <a:xfrm>
            <a:off x="6126480" y="4709160"/>
            <a:ext cx="5696712" cy="12344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2.4  Models and access</a:t>
            </a:r>
          </a:p>
          <a:p>
            <a:pPr algn="l">
              <a:spcAft>
                <a:spcPts val="200"/>
              </a:spcAft>
            </a:pPr>
            <a:r>
              <a:rPr sz="1000" b="0" i="0">
                <a:solidFill>
                  <a:srgbClr val="231F20"/>
                </a:solidFill>
              </a:rPr>
              <a:t>Gemini 3.8 Flash (gemini-3.8-flash) does note extraction, the tool calls, coverage checks and plain-language rewrites, called through the Gemini API with LangChain.</a:t>
            </a:r>
          </a:p>
          <a:p>
            <a:pPr algn="l">
              <a:spcAft>
                <a:spcPts val="200"/>
              </a:spcAft>
            </a:pPr>
            <a:r>
              <a:rPr sz="900" b="0" i="1">
                <a:solidFill>
                  <a:srgbClr val="7A7480"/>
                </a:solidFill>
              </a:rPr>
              <a:t>The laya router (PyTorch on CPU) classifies patient-message urgency on the machine. This build runs on Gemini, so the template’s Claude-specific rows above are mapped to the capability we actually used.</a:t>
            </a:r>
          </a:p>
        </p:txBody>
      </p:sp>
      <p:pic>
        <p:nvPicPr>
          <p:cNvPr id="31" name="Picture 30" descr="careloop-ai-architecture-slide.png"/>
          <p:cNvPicPr>
            <a:picLocks noChangeAspect="1"/>
          </p:cNvPicPr>
          <p:nvPr/>
        </p:nvPicPr>
        <p:blipFill>
          <a:blip r:embed="rId3"/>
          <a:stretch>
            <a:fillRect/>
          </a:stretch>
        </p:blipFill>
        <p:spPr>
          <a:xfrm>
            <a:off x="6874979" y="1755880"/>
            <a:ext cx="4199714" cy="2716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03  How it works</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Explain the steps the agent takes, the tools it uses, and how it is prompted</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CareLoop AI   |   POC: CareLoop AI</a:t>
            </a:r>
          </a:p>
        </p:txBody>
      </p:sp>
      <p:sp>
        <p:nvSpPr>
          <p:cNvPr id="7" name="TextBox 6"/>
          <p:cNvSpPr txBox="1"/>
          <p:nvPr/>
        </p:nvSpPr>
        <p:spPr>
          <a:xfrm>
            <a:off x="365760" y="1325880"/>
            <a:ext cx="11457432" cy="219456"/>
          </a:xfrm>
          <a:prstGeom prst="rect">
            <a:avLst/>
          </a:prstGeom>
          <a:noFill/>
        </p:spPr>
        <p:txBody>
          <a:bodyPr wrap="square" lIns="0" tIns="0" rIns="0" bIns="0">
            <a:spAutoFit/>
          </a:bodyPr>
          <a:lstStyle/>
          <a:p>
            <a:pPr algn="l">
              <a:spcAft>
                <a:spcPts val="200"/>
              </a:spcAft>
            </a:pPr>
            <a:r>
              <a:rPr sz="1100" b="1" i="0">
                <a:solidFill>
                  <a:srgbClr val="006E74"/>
                </a:solidFill>
              </a:rPr>
              <a:t>3.1  Pattern used (shade one or more)</a:t>
            </a:r>
          </a:p>
        </p:txBody>
      </p:sp>
      <p:sp>
        <p:nvSpPr>
          <p:cNvPr id="8" name="Rectangle 7"/>
          <p:cNvSpPr/>
          <p:nvPr/>
        </p:nvSpPr>
        <p:spPr>
          <a:xfrm>
            <a:off x="365760"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Single call</a:t>
            </a:r>
          </a:p>
        </p:txBody>
      </p:sp>
      <p:sp>
        <p:nvSpPr>
          <p:cNvPr id="9" name="Rectangle 8"/>
          <p:cNvSpPr/>
          <p:nvPr/>
        </p:nvSpPr>
        <p:spPr>
          <a:xfrm>
            <a:off x="2668219"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Chain of calls</a:t>
            </a:r>
          </a:p>
        </p:txBody>
      </p:sp>
      <p:sp>
        <p:nvSpPr>
          <p:cNvPr id="10" name="Rectangle 9"/>
          <p:cNvSpPr/>
          <p:nvPr/>
        </p:nvSpPr>
        <p:spPr>
          <a:xfrm>
            <a:off x="4970678" y="1600200"/>
            <a:ext cx="2247595" cy="384048"/>
          </a:xfrm>
          <a:prstGeom prst="rect">
            <a:avLst/>
          </a:prstGeom>
          <a:solidFill>
            <a:srgbClr val="006E74"/>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FFFFFF"/>
                </a:solidFill>
              </a:rPr>
              <a:t>Router</a:t>
            </a:r>
          </a:p>
        </p:txBody>
      </p:sp>
      <p:sp>
        <p:nvSpPr>
          <p:cNvPr id="11" name="Rectangle 10"/>
          <p:cNvSpPr/>
          <p:nvPr/>
        </p:nvSpPr>
        <p:spPr>
          <a:xfrm>
            <a:off x="7273137" y="1600200"/>
            <a:ext cx="2247595" cy="384048"/>
          </a:xfrm>
          <a:prstGeom prst="rect">
            <a:avLst/>
          </a:prstGeom>
          <a:solidFill>
            <a:srgbClr val="006E74"/>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FFFFFF"/>
                </a:solidFill>
              </a:rPr>
              <a:t>Multi-step agent with tools</a:t>
            </a:r>
          </a:p>
        </p:txBody>
      </p:sp>
      <p:sp>
        <p:nvSpPr>
          <p:cNvPr id="12" name="Rectangle 11"/>
          <p:cNvSpPr/>
          <p:nvPr/>
        </p:nvSpPr>
        <p:spPr>
          <a:xfrm>
            <a:off x="9575596" y="1600200"/>
            <a:ext cx="2247595" cy="384048"/>
          </a:xfrm>
          <a:prstGeom prst="rect">
            <a:avLst/>
          </a:prstGeom>
          <a:solidFill>
            <a:srgbClr val="FFFFFF"/>
          </a:solidFill>
          <a:ln w="9525">
            <a:solidFill>
              <a:srgbClr val="D7E0E3"/>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950" b="0" i="0">
                <a:solidFill>
                  <a:srgbClr val="231F20"/>
                </a:solidFill>
              </a:rPr>
              <a:t>Multiple agents</a:t>
            </a:r>
          </a:p>
        </p:txBody>
      </p:sp>
      <p:sp>
        <p:nvSpPr>
          <p:cNvPr id="13" name="TextBox 12"/>
          <p:cNvSpPr txBox="1"/>
          <p:nvPr/>
        </p:nvSpPr>
        <p:spPr>
          <a:xfrm>
            <a:off x="365760" y="2057400"/>
            <a:ext cx="11457432" cy="201168"/>
          </a:xfrm>
          <a:prstGeom prst="rect">
            <a:avLst/>
          </a:prstGeom>
          <a:noFill/>
        </p:spPr>
        <p:txBody>
          <a:bodyPr wrap="square" lIns="0" tIns="0" rIns="0" bIns="0">
            <a:spAutoFit/>
          </a:bodyPr>
          <a:lstStyle/>
          <a:p>
            <a:pPr algn="l">
              <a:spcAft>
                <a:spcPts val="200"/>
              </a:spcAft>
            </a:pPr>
            <a:r>
              <a:rPr sz="1000" b="0" i="1">
                <a:solidFill>
                  <a:srgbClr val="7A7480"/>
                </a:solidFill>
              </a:rPr>
              <a:t>Why this pattern: one agent loop with two narrow write tools keeps the plan faithful to the note.</a:t>
            </a:r>
          </a:p>
        </p:txBody>
      </p:sp>
      <p:sp>
        <p:nvSpPr>
          <p:cNvPr id="14" name="Rectangle 13"/>
          <p:cNvSpPr/>
          <p:nvPr/>
        </p:nvSpPr>
        <p:spPr>
          <a:xfrm>
            <a:off x="365760" y="2377440"/>
            <a:ext cx="5577840" cy="3566160"/>
          </a:xfrm>
          <a:prstGeom prst="rect">
            <a:avLst/>
          </a:prstGeom>
          <a:solidFill>
            <a:srgbClr val="ECECE1"/>
          </a:solidFill>
          <a:ln w="9525">
            <a:solidFill>
              <a:srgbClr val="7A7480"/>
            </a:solidFill>
            <a:prstDash val="dash"/>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spcAft>
                <a:spcPts val="200"/>
              </a:spcAft>
            </a:pPr>
            <a:r>
              <a:rPr sz="1100" b="1" i="0">
                <a:solidFill>
                  <a:srgbClr val="006E74"/>
                </a:solidFill>
              </a:rPr>
              <a:t>3.2  Workflow diagram</a:t>
            </a:r>
          </a:p>
          <a:p>
            <a:pPr algn="ctr">
              <a:spcAft>
                <a:spcPts val="200"/>
              </a:spcAft>
            </a:pPr>
            <a:r>
              <a:rPr sz="950" b="0" i="1">
                <a:solidFill>
                  <a:srgbClr val="7A7480"/>
                </a:solidFill>
              </a:rPr>
              <a:t>1  Doctor pastes the note (up to 12,000 characters) and presses Process note.</a:t>
            </a:r>
          </a:p>
          <a:p>
            <a:pPr algn="ctr">
              <a:spcAft>
                <a:spcPts val="200"/>
              </a:spcAft>
            </a:pPr>
            <a:r>
              <a:rPr sz="950" b="0" i="1">
                <a:solidFill>
                  <a:srgbClr val="7A7480"/>
                </a:solidFill>
              </a:rPr>
              <a:t>2  The API stores the note, then hands the agent the note plus the patient’s open cards.</a:t>
            </a:r>
          </a:p>
          <a:p>
            <a:pPr algn="ctr">
              <a:spcAft>
                <a:spcPts val="200"/>
              </a:spcAft>
            </a:pPr>
            <a:r>
              <a:rPr sz="950" b="0" i="1">
                <a:solidFill>
                  <a:srgbClr val="7A7480"/>
                </a:solidFill>
              </a:rPr>
              <a:t>3  Gemini calls save_card once per actionable item; close_card closes a card the note confirms, with its evidence phrase.</a:t>
            </a:r>
          </a:p>
          <a:p>
            <a:pPr algn="ctr">
              <a:spcAft>
                <a:spcPts val="200"/>
              </a:spcAft>
            </a:pPr>
            <a:r>
              <a:rPr sz="950" b="0" i="1">
                <a:solidFill>
                  <a:srgbClr val="7A7480"/>
                </a:solidFill>
              </a:rPr>
              <a:t>4  Risk propagation re-checks every dependent card: still blocked → at_risk, unblocked → open.</a:t>
            </a:r>
          </a:p>
          <a:p>
            <a:pPr algn="ctr">
              <a:spcAft>
                <a:spcPts val="200"/>
              </a:spcAft>
            </a:pPr>
            <a:r>
              <a:rPr sz="950" b="0" i="1">
                <a:solidFill>
                  <a:srgbClr val="7A7480"/>
                </a:solidFill>
              </a:rPr>
              <a:t>5  The care-gap check matches diagnoses, asks the model which expected items the cards miss, and raises review flags.</a:t>
            </a:r>
          </a:p>
          <a:p>
            <a:pPr algn="ctr">
              <a:spcAft>
                <a:spcPts val="200"/>
              </a:spcAft>
            </a:pPr>
            <a:r>
              <a:rPr sz="950" b="0" i="1">
                <a:solidFill>
                  <a:srgbClr val="7A7480"/>
                </a:solidFill>
              </a:rPr>
              <a:t>6  HUMAN CHECK: the React app shows the doctor each recommendation to approve or dismiss, and patients their own cards and reminders.</a:t>
            </a:r>
          </a:p>
        </p:txBody>
      </p:sp>
      <p:sp>
        <p:nvSpPr>
          <p:cNvPr id="15" name="TextBox 14"/>
          <p:cNvSpPr txBox="1"/>
          <p:nvPr/>
        </p:nvSpPr>
        <p:spPr>
          <a:xfrm>
            <a:off x="6126480" y="2377440"/>
            <a:ext cx="5696712" cy="219456"/>
          </a:xfrm>
          <a:prstGeom prst="rect">
            <a:avLst/>
          </a:prstGeom>
          <a:noFill/>
        </p:spPr>
        <p:txBody>
          <a:bodyPr wrap="square" lIns="0" tIns="0" rIns="0" bIns="0">
            <a:spAutoFit/>
          </a:bodyPr>
          <a:lstStyle/>
          <a:p>
            <a:pPr algn="l">
              <a:spcAft>
                <a:spcPts val="200"/>
              </a:spcAft>
            </a:pPr>
            <a:r>
              <a:rPr sz="1100" b="1" i="0">
                <a:solidFill>
                  <a:srgbClr val="006E74"/>
                </a:solidFill>
              </a:rPr>
              <a:t>3.3  Tools</a:t>
            </a:r>
          </a:p>
        </p:txBody>
      </p:sp>
      <p:graphicFrame>
        <p:nvGraphicFramePr>
          <p:cNvPr id="16" name="Table 15"/>
          <p:cNvGraphicFramePr>
            <a:graphicFrameLocks noGrp="1"/>
          </p:cNvGraphicFramePr>
          <p:nvPr/>
        </p:nvGraphicFramePr>
        <p:xfrm>
          <a:off x="6126480" y="2651760"/>
          <a:ext cx="5696711" cy="2160000"/>
        </p:xfrm>
        <a:graphic>
          <a:graphicData uri="http://schemas.openxmlformats.org/drawingml/2006/table">
            <a:tbl>
              <a:tblPr firstRow="1">
                <a:tableStyleId>{5C22544A-7EE6-4342-B048-85BDC9FD1C3A}</a:tableStyleId>
              </a:tblPr>
              <a:tblGrid>
                <a:gridCol w="1653884">
                  <a:extLst>
                    <a:ext uri="{9D8B030D-6E8A-4147-A177-3AD203B41FA5}">
                      <a16:colId xmlns:a16="http://schemas.microsoft.com/office/drawing/2014/main" val="20000"/>
                    </a:ext>
                  </a:extLst>
                </a:gridCol>
                <a:gridCol w="2940238">
                  <a:extLst>
                    <a:ext uri="{9D8B030D-6E8A-4147-A177-3AD203B41FA5}">
                      <a16:colId xmlns:a16="http://schemas.microsoft.com/office/drawing/2014/main" val="20001"/>
                    </a:ext>
                  </a:extLst>
                </a:gridCol>
                <a:gridCol w="1102589">
                  <a:extLst>
                    <a:ext uri="{9D8B030D-6E8A-4147-A177-3AD203B41FA5}">
                      <a16:colId xmlns:a16="http://schemas.microsoft.com/office/drawing/2014/main" val="20002"/>
                    </a:ext>
                  </a:extLst>
                </a:gridCol>
              </a:tblGrid>
              <a:tr h="360000">
                <a:tc>
                  <a:txBody>
                    <a:bodyPr/>
                    <a:lstStyle/>
                    <a:p>
                      <a:r>
                        <a:rPr sz="950" b="1">
                          <a:solidFill>
                            <a:srgbClr val="FFFFFF"/>
                          </a:solidFill>
                        </a:rPr>
                        <a:t>Tool</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006E74"/>
                    </a:solidFill>
                  </a:tcPr>
                </a:tc>
                <a:tc>
                  <a:txBody>
                    <a:bodyPr/>
                    <a:lstStyle/>
                    <a:p>
                      <a:r>
                        <a:rPr sz="950" b="1">
                          <a:solidFill>
                            <a:srgbClr val="FFFFFF"/>
                          </a:solidFill>
                        </a:rPr>
                        <a:t>What it does</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006E74"/>
                    </a:solidFill>
                  </a:tcPr>
                </a:tc>
                <a:tc>
                  <a:txBody>
                    <a:bodyPr/>
                    <a:lstStyle/>
                    <a:p>
                      <a:r>
                        <a:rPr sz="950" b="1">
                          <a:solidFill>
                            <a:srgbClr val="FFFFFF"/>
                          </a:solidFill>
                        </a:rPr>
                        <a:t>Read / write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006E74"/>
                    </a:solidFill>
                  </a:tcPr>
                </a:tc>
                <a:extLst>
                  <a:ext uri="{0D108BD9-81ED-4DB2-BD59-A6C34878D82A}">
                    <a16:rowId xmlns:a16="http://schemas.microsoft.com/office/drawing/2014/main" val="10000"/>
                  </a:ext>
                </a:extLst>
              </a:tr>
              <a:tr h="360000">
                <a:tc>
                  <a:txBody>
                    <a:bodyPr/>
                    <a:lstStyle/>
                    <a:p>
                      <a:r>
                        <a:rPr sz="950" b="0">
                          <a:solidFill>
                            <a:srgbClr val="7A7480"/>
                          </a:solidFill>
                        </a:rPr>
                        <a:t>save_card</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FFFFF"/>
                    </a:solidFill>
                  </a:tcPr>
                </a:tc>
                <a:tc>
                  <a:txBody>
                    <a:bodyPr/>
                    <a:lstStyle/>
                    <a:p>
                      <a:r>
                        <a:rPr sz="950" b="0">
                          <a:solidFill>
                            <a:srgbClr val="7A7480"/>
                          </a:solidFill>
                        </a:rPr>
                        <a:t>Saves one actionable item as a typed card, with its due date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FFFFF"/>
                    </a:solidFill>
                  </a:tcPr>
                </a:tc>
                <a:tc>
                  <a:txBody>
                    <a:bodyPr/>
                    <a:lstStyle/>
                    <a:p>
                      <a:r>
                        <a:rPr sz="950" b="0">
                          <a:solidFill>
                            <a:srgbClr val="7A7480"/>
                          </a:solidFill>
                        </a:rPr>
                        <a:t>Write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FFFFF"/>
                    </a:solidFill>
                  </a:tcPr>
                </a:tc>
                <a:extLst>
                  <a:ext uri="{0D108BD9-81ED-4DB2-BD59-A6C34878D82A}">
                    <a16:rowId xmlns:a16="http://schemas.microsoft.com/office/drawing/2014/main" val="10001"/>
                  </a:ext>
                </a:extLst>
              </a:tr>
              <a:tr h="360000">
                <a:tc>
                  <a:txBody>
                    <a:bodyPr/>
                    <a:lstStyle/>
                    <a:p>
                      <a:r>
                        <a:rPr sz="950" b="0">
                          <a:solidFill>
                            <a:srgbClr val="7A7480"/>
                          </a:solidFill>
                        </a:rPr>
                        <a:t>close_card</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Closes a card the note confirms is done; stores the evidence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Write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extLst>
                  <a:ext uri="{0D108BD9-81ED-4DB2-BD59-A6C34878D82A}">
                    <a16:rowId xmlns:a16="http://schemas.microsoft.com/office/drawing/2014/main" val="10002"/>
                  </a:ext>
                </a:extLst>
              </a:tr>
              <a:tr h="360000">
                <a:tc>
                  <a:txBody>
                    <a:bodyPr/>
                    <a:lstStyle/>
                    <a:p>
                      <a:r>
                        <a:rPr sz="950" b="0">
                          <a:solidFill>
                            <a:srgbClr val="7A7480"/>
                          </a:solidFill>
                        </a:rPr>
                        <a:t>careloop_list_cards</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Lists a patient’s cards with status and due dates</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Read</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extLst>
                  <a:ext uri="{0D108BD9-81ED-4DB2-BD59-A6C34878D82A}">
                    <a16:rowId xmlns:a16="http://schemas.microsoft.com/office/drawing/2014/main" val="10002"/>
                  </a:ext>
                </a:extLst>
              </a:tr>
              <a:tr h="360000">
                <a:tc>
                  <a:txBody>
                    <a:bodyPr/>
                    <a:lstStyle/>
                    <a:p>
                      <a:r>
                        <a:rPr sz="950" b="0">
                          <a:solidFill>
                            <a:srgbClr val="7A7480"/>
                          </a:solidFill>
                        </a:rPr>
                        <a:t>careloop_close_card</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Closes a card over MCP (REST + login)</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Write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extLst>
                  <a:ext uri="{0D108BD9-81ED-4DB2-BD59-A6C34878D82A}">
                    <a16:rowId xmlns:a16="http://schemas.microsoft.com/office/drawing/2014/main" val="10002"/>
                  </a:ext>
                </a:extLst>
              </a:tr>
              <a:tr h="360000">
                <a:tc>
                  <a:txBody>
                    <a:bodyPr/>
                    <a:lstStyle/>
                    <a:p>
                      <a:r>
                        <a:rPr sz="950" b="0">
                          <a:solidFill>
                            <a:srgbClr val="7A7480"/>
                          </a:solidFill>
                        </a:rPr>
                        <a:t>careloop_flag_card_risk</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Flags a card at_risk with a reason for the clinician</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tc>
                  <a:txBody>
                    <a:bodyPr/>
                    <a:lstStyle/>
                    <a:p>
                      <a:r>
                        <a:rPr sz="950" b="0">
                          <a:solidFill>
                            <a:srgbClr val="7A7480"/>
                          </a:solidFill>
                        </a:rPr>
                        <a:t>Write</a:t>
                      </a:r>
                    </a:p>
                  </a:txBody>
                  <a:tcPr marL="54864" marR="54864" marT="18288" marB="18288" anchor="ctr">
                    <a:lnL w="6350">
                      <a:solidFill>
                        <a:srgbClr val="D7E0E3"/>
                      </a:solidFill>
                    </a:lnL>
                    <a:lnR w="6350">
                      <a:solidFill>
                        <a:srgbClr val="D7E0E3"/>
                      </a:solidFill>
                    </a:lnR>
                    <a:lnT w="6350">
                      <a:solidFill>
                        <a:srgbClr val="D7E0E3"/>
                      </a:solidFill>
                    </a:lnT>
                    <a:lnB w="6350">
                      <a:solidFill>
                        <a:srgbClr val="D7E0E3"/>
                      </a:solidFill>
                    </a:lnB>
                    <a:solidFill>
                      <a:srgbClr val="F2F7F8"/>
                    </a:solidFill>
                  </a:tcPr>
                </a:tc>
                <a:extLst>
                  <a:ext uri="{0D108BD9-81ED-4DB2-BD59-A6C34878D82A}">
                    <a16:rowId xmlns:a16="http://schemas.microsoft.com/office/drawing/2014/main" val="10002"/>
                  </a:ext>
                </a:extLst>
              </a:tr>
            </a:tbl>
          </a:graphicData>
        </a:graphic>
      </p:graphicFrame>
      <p:sp>
        <p:nvSpPr>
          <p:cNvPr id="17" name="Rectangle 16"/>
          <p:cNvSpPr/>
          <p:nvPr/>
        </p:nvSpPr>
        <p:spPr>
          <a:xfrm>
            <a:off x="6126480" y="4901760"/>
            <a:ext cx="5696712" cy="1828800"/>
          </a:xfrm>
          <a:prstGeom prst="rect">
            <a:avLst/>
          </a:prstGeom>
          <a:solidFill>
            <a:srgbClr val="FFFFFF"/>
          </a:solidFill>
          <a:ln w="9525">
            <a:solidFill>
              <a:srgbClr val="7A7480"/>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1000" b="1" i="0">
                <a:solidFill>
                  <a:srgbClr val="006E74"/>
                </a:solidFill>
              </a:rPr>
              <a:t>3.4  SYSTEM PROMPT EXCERPT (5 to 10 lines)</a:t>
            </a:r>
          </a:p>
          <a:p>
            <a:pPr algn="l">
              <a:spcAft>
                <a:spcPts val="200"/>
              </a:spcAft>
            </a:pPr>
            <a:r>
              <a:rPr sz="1000" b="0" i="0">
                <a:solidFill>
                  <a:srgbClr val="7A7480"/>
                </a:solidFill>
              </a:rPr>
              <a:t>&lt;role&gt;Extract actionable items from a doctor’s note and keep the patient’s card list accurate.&lt;/role&gt;</a:t>
            </a:r>
          </a:p>
          <a:p>
            <a:pPr algn="l">
              <a:spcAft>
                <a:spcPts val="200"/>
              </a:spcAft>
            </a:pPr>
            <a:r>
              <a:rPr sz="1000" b="0" i="0">
                <a:solidFill>
                  <a:srgbClr val="7A7480"/>
                </a:solidFill>
              </a:rPr>
              <a:t>&lt;task&gt;Call save_card once per distinct actionable item; never combine items. Types: medication, test, referral, next_visit, general_task.&lt;/task&gt;</a:t>
            </a:r>
          </a:p>
          <a:p>
            <a:pPr algn="l">
              <a:spcAft>
                <a:spcPts val="200"/>
              </a:spcAft>
            </a:pPr>
            <a:r>
              <a:rPr sz="1000" b="0" i="0">
                <a:solidFill>
                  <a:srgbClr val="7A7480"/>
                </a:solidFill>
              </a:rPr>
              <a:t>&lt;rules&gt;If the note confirms an open card was completed, call close_card with its id. Never close a card the note does not clearly confirm.&lt;/rules&gt;</a:t>
            </a:r>
          </a:p>
          <a:p>
            <a:pPr algn="l">
              <a:spcAft>
                <a:spcPts val="200"/>
              </a:spcAft>
            </a:pPr>
            <a:r>
              <a:rPr sz="1000" b="0" i="0">
                <a:solidFill>
                  <a:srgbClr val="7A7480"/>
                </a:solidFill>
              </a:rPr>
              <a:t>&lt;output_format&gt;Do not return a list instead of calling the tools. Reply with one sentence on what was saved and closed.&lt;/output_format&gt;</a:t>
            </a:r>
          </a:p>
          <a:p>
            <a:pPr algn="l">
              <a:spcAft>
                <a:spcPts val="200"/>
              </a:spcAft>
            </a:pPr>
            <a:r>
              <a:rPr sz="950" b="0" i="1">
                <a:solidFill>
                  <a:srgbClr val="7A7480"/>
                </a:solidFill>
              </a:rPr>
              <a:t>Excerpt from Backend/app/prompts/note_agent.txt, mapped onto the four blocks above.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04  Testing, gaps and questions</a:t>
            </a:r>
          </a:p>
        </p:txBody>
      </p:sp>
      <p:sp>
        <p:nvSpPr>
          <p:cNvPr id="3" name="TextBox 2"/>
          <p:cNvSpPr txBox="1"/>
          <p:nvPr/>
        </p:nvSpPr>
        <p:spPr>
          <a:xfrm>
            <a:off x="365760" y="896112"/>
            <a:ext cx="7863840" cy="274320"/>
          </a:xfrm>
          <a:prstGeom prst="rect">
            <a:avLst/>
          </a:prstGeom>
          <a:noFill/>
        </p:spPr>
        <p:txBody>
          <a:bodyPr wrap="square" lIns="0" tIns="0" rIns="0" bIns="0">
            <a:spAutoFit/>
          </a:bodyPr>
          <a:lstStyle/>
          <a:p>
            <a:pPr algn="l">
              <a:spcAft>
                <a:spcPts val="200"/>
              </a:spcAft>
            </a:pPr>
            <a:r>
              <a:rPr sz="800" b="1" i="0">
                <a:solidFill>
                  <a:srgbClr val="0097AC"/>
                </a:solidFill>
              </a:rPr>
              <a:t>OBJECTIVE  </a:t>
            </a:r>
          </a:p>
        </p:txBody>
      </p:sp>
      <p:sp>
        <p:nvSpPr>
          <p:cNvPr id="4" name="TextBox 3"/>
          <p:cNvSpPr txBox="1"/>
          <p:nvPr/>
        </p:nvSpPr>
        <p:spPr>
          <a:xfrm>
            <a:off x="1143000" y="868680"/>
            <a:ext cx="7223760" cy="274320"/>
          </a:xfrm>
          <a:prstGeom prst="rect">
            <a:avLst/>
          </a:prstGeom>
          <a:noFill/>
        </p:spPr>
        <p:txBody>
          <a:bodyPr wrap="square" lIns="0" tIns="0" rIns="0" bIns="0">
            <a:spAutoFit/>
          </a:bodyPr>
          <a:lstStyle/>
          <a:p>
            <a:pPr algn="l">
              <a:spcAft>
                <a:spcPts val="200"/>
              </a:spcAft>
            </a:pPr>
            <a:r>
              <a:rPr sz="1100" b="0" i="0">
                <a:solidFill>
                  <a:srgbClr val="7A7480"/>
                </a:solidFill>
              </a:rPr>
              <a:t>Show how we checked the POC, what is missing, and where we want advice</a:t>
            </a:r>
          </a:p>
        </p:txBody>
      </p:sp>
      <p:sp>
        <p:nvSpPr>
          <p:cNvPr id="5" name="Rectangle 4"/>
          <p:cNvSpPr/>
          <p:nvPr/>
        </p:nvSpPr>
        <p:spPr>
          <a:xfrm>
            <a:off x="8503920" y="841248"/>
            <a:ext cx="3319272" cy="310896"/>
          </a:xfrm>
          <a:prstGeom prst="rect">
            <a:avLst/>
          </a:prstGeom>
          <a:solidFill>
            <a:srgbClr val="FFFFFF"/>
          </a:solidFill>
          <a:ln w="9525">
            <a:solidFill>
              <a:srgbClr val="006E74"/>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spcAft>
                <a:spcPts val="200"/>
              </a:spcAft>
            </a:pPr>
            <a:r>
              <a:rPr sz="800" b="1" i="0" dirty="0">
                <a:solidFill>
                  <a:srgbClr val="006E74"/>
                </a:solidFill>
              </a:rPr>
              <a:t>Team: CareLoop AI   |   POC: CareLoop AI</a:t>
            </a:r>
          </a:p>
        </p:txBody>
      </p:sp>
      <p:sp>
        <p:nvSpPr>
          <p:cNvPr id="7" name="Rectangle 6"/>
          <p:cNvSpPr/>
          <p:nvPr/>
        </p:nvSpPr>
        <p:spPr>
          <a:xfrm>
            <a:off x="365760" y="1325880"/>
            <a:ext cx="3730752" cy="30632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4.1  How we checked it works</a:t>
            </a:r>
          </a:p>
          <a:p>
            <a:pPr algn="l">
              <a:spcAft>
                <a:spcPts val="200"/>
              </a:spcAft>
            </a:pPr>
            <a:r>
              <a:rPr sz="1000" b="0" i="0">
                <a:solidFill>
                  <a:srgbClr val="231F20"/>
                </a:solidFill>
              </a:rPr>
              <a:t>Ran the MCP test suite: 5 tests, all passing (close-card flow, risk flags, tool plumbing).</a:t>
            </a:r>
          </a:p>
          <a:p>
            <a:pPr algn="l">
              <a:spcAft>
                <a:spcPts val="200"/>
              </a:spcAft>
            </a:pPr>
            <a:r>
              <a:rPr sz="1000" b="0" i="0">
                <a:solidFill>
                  <a:srgbClr val="231F20"/>
                </a:solidFill>
              </a:rPr>
              <a:t>Processed 24 real notes end to end: 63 cards saved, 9 closed with evidence, 1 dependent card correctly at_risk.</a:t>
            </a:r>
          </a:p>
          <a:p>
            <a:pPr algn="l">
              <a:spcAft>
                <a:spcPts val="200"/>
              </a:spcAft>
            </a:pPr>
            <a:r>
              <a:rPr sz="1000" b="0" i="0">
                <a:solidFill>
                  <a:srgbClr val="231F20"/>
                </a:solidFill>
              </a:rPr>
              <a:t>Raised 21 care-gap recommendations across those notes; a doctor approved or dismissed every one.</a:t>
            </a:r>
          </a:p>
          <a:p>
            <a:pPr algn="l">
              <a:spcAft>
                <a:spcPts val="200"/>
              </a:spcAft>
            </a:pPr>
            <a:r>
              <a:rPr sz="1000" b="0" i="0">
                <a:solidFill>
                  <a:srgbClr val="231F20"/>
                </a:solidFill>
              </a:rPr>
              <a:t>Triaged 98 patient messages with the watcher: 26 urgent, 72 not urgent, none lost.</a:t>
            </a:r>
          </a:p>
          <a:p>
            <a:pPr algn="l">
              <a:spcAft>
                <a:spcPts val="200"/>
              </a:spcAft>
            </a:pPr>
            <a:r>
              <a:rPr sz="1000" b="0" i="0">
                <a:solidFill>
                  <a:srgbClr val="231F20"/>
                </a:solidFill>
              </a:rPr>
              <a:t>Frontend is React 19 on Vite: role-based card lists, recommendations, reminders, status and due-date edits.</a:t>
            </a:r>
          </a:p>
          <a:p>
            <a:pPr algn="l">
              <a:spcAft>
                <a:spcPts val="200"/>
              </a:spcAft>
            </a:pPr>
            <a:r>
              <a:rPr sz="1000" b="0" i="0">
                <a:solidFill>
                  <a:srgbClr val="231F20"/>
                </a:solidFill>
              </a:rPr>
              <a:t>Judged the output by hand: every card had to be traceable to one sentence in the note.</a:t>
            </a:r>
          </a:p>
        </p:txBody>
      </p:sp>
      <p:sp>
        <p:nvSpPr>
          <p:cNvPr id="8" name="Rectangle 7"/>
          <p:cNvSpPr/>
          <p:nvPr/>
        </p:nvSpPr>
        <p:spPr>
          <a:xfrm>
            <a:off x="4224528" y="1325880"/>
            <a:ext cx="3730752" cy="30632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4.2  Safety and guardrails</a:t>
            </a:r>
          </a:p>
          <a:p>
            <a:pPr algn="l">
              <a:spcAft>
                <a:spcPts val="200"/>
              </a:spcAft>
            </a:pPr>
            <a:r>
              <a:rPr sz="1000" b="0" i="0">
                <a:solidFill>
                  <a:srgbClr val="231F20"/>
                </a:solidFill>
              </a:rPr>
              <a:t>In place: notes capped at 12,000 characters; cards validated against a typed schema.</a:t>
            </a:r>
          </a:p>
          <a:p>
            <a:pPr algn="l">
              <a:spcAft>
                <a:spcPts val="200"/>
              </a:spcAft>
            </a:pPr>
            <a:r>
              <a:rPr sz="1000" b="0" i="0">
                <a:solidFill>
                  <a:srgbClr val="231F20"/>
                </a:solidFill>
              </a:rPr>
              <a:t>The agent can only call save_card and close_card, so it cannot touch the database directly.</a:t>
            </a:r>
          </a:p>
          <a:p>
            <a:pPr algn="l">
              <a:spcAft>
                <a:spcPts val="200"/>
              </a:spcAft>
            </a:pPr>
            <a:r>
              <a:rPr sz="1000" b="0" i="0">
                <a:solidFill>
                  <a:srgbClr val="231F20"/>
                </a:solidFill>
              </a:rPr>
              <a:t>A card closes only when the note supplies the confirming phrase, which is stored as evidence.</a:t>
            </a:r>
          </a:p>
          <a:p>
            <a:pPr algn="l">
              <a:spcAft>
                <a:spcPts val="200"/>
              </a:spcAft>
            </a:pPr>
            <a:r>
              <a:rPr sz="900" b="0" i="1">
                <a:solidFill>
                  <a:srgbClr val="7A7480"/>
                </a:solidFill>
              </a:rPr>
              <a:t>Not done yet: no prompt-injection tests, no per-user tokens for the MCP server, one shared demo password.</a:t>
            </a:r>
          </a:p>
        </p:txBody>
      </p:sp>
      <p:sp>
        <p:nvSpPr>
          <p:cNvPr id="9" name="Rectangle 8"/>
          <p:cNvSpPr/>
          <p:nvPr/>
        </p:nvSpPr>
        <p:spPr>
          <a:xfrm>
            <a:off x="8083296" y="1325880"/>
            <a:ext cx="3739896" cy="3063240"/>
          </a:xfrm>
          <a:prstGeom prst="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t"/>
          <a:lstStyle/>
          <a:p>
            <a:pPr algn="l">
              <a:spcAft>
                <a:spcPts val="200"/>
              </a:spcAft>
            </a:pPr>
            <a:r>
              <a:rPr sz="1100" b="1" i="0">
                <a:solidFill>
                  <a:srgbClr val="006E74"/>
                </a:solidFill>
              </a:rPr>
              <a:t>4.3  Known gaps and next steps</a:t>
            </a:r>
          </a:p>
          <a:p>
            <a:pPr algn="l">
              <a:spcAft>
                <a:spcPts val="200"/>
              </a:spcAft>
            </a:pPr>
            <a:r>
              <a:rPr sz="1000" b="0" i="0">
                <a:solidFill>
                  <a:srgbClr val="231F20"/>
                </a:solidFill>
              </a:rPr>
              <a:t>Gaps: text-only notes (no scan or PDF), no EHR or FHIR feed, triage results not shown in the UI.</a:t>
            </a:r>
          </a:p>
          <a:p>
            <a:pPr algn="l">
              <a:spcAft>
                <a:spcPts val="200"/>
              </a:spcAft>
            </a:pPr>
            <a:r>
              <a:rPr sz="1000" b="0" i="0">
                <a:solidFill>
                  <a:srgbClr val="231F20"/>
                </a:solidFill>
              </a:rPr>
              <a:t>The MCP close call still has no evidence field in the API, so an agent closure is less auditable than a doctor’s.</a:t>
            </a:r>
          </a:p>
          <a:p>
            <a:pPr algn="l">
              <a:spcAft>
                <a:spcPts val="200"/>
              </a:spcAft>
            </a:pPr>
            <a:r>
              <a:rPr sz="900" b="0" i="1">
                <a:solidFill>
                  <a:srgbClr val="7A7480"/>
                </a:solidFill>
              </a:rPr>
              <a:t>Next: FHIR intake, a per-patient timeline, an audit log for every closure, and scoped MCP tokens.</a:t>
            </a:r>
          </a:p>
        </p:txBody>
      </p:sp>
      <p:sp>
        <p:nvSpPr>
          <p:cNvPr id="10" name="Rectangle 9"/>
          <p:cNvSpPr/>
          <p:nvPr/>
        </p:nvSpPr>
        <p:spPr>
          <a:xfrm>
            <a:off x="365760" y="4526280"/>
            <a:ext cx="11457432" cy="1417320"/>
          </a:xfrm>
          <a:prstGeom prst="rect">
            <a:avLst/>
          </a:prstGeom>
          <a:solidFill>
            <a:srgbClr val="006E7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t"/>
          <a:lstStyle/>
          <a:p>
            <a:pPr algn="l">
              <a:spcAft>
                <a:spcPts val="200"/>
              </a:spcAft>
            </a:pPr>
            <a:r>
              <a:rPr sz="1000" b="1" i="0">
                <a:solidFill>
                  <a:srgbClr val="FFFFFF"/>
                </a:solidFill>
              </a:rPr>
              <a:t>4.4  QUESTIONS FOR ANTHROPIC (up to 3)</a:t>
            </a:r>
          </a:p>
          <a:p>
            <a:pPr algn="l">
              <a:spcAft>
                <a:spcPts val="200"/>
              </a:spcAft>
            </a:pPr>
            <a:r>
              <a:rPr sz="1000" b="0" i="0">
                <a:solidFill>
                  <a:srgbClr val="FFFFFF"/>
                </a:solidFill>
              </a:rPr>
              <a:t>Q1 (see slide 3): Should note extraction stay one agent with two write tools, or a deterministic extractor with the model only for phrasing? Today the agent decides what is actionable.</a:t>
            </a:r>
          </a:p>
          <a:p>
            <a:pPr algn="l">
              <a:spcAft>
                <a:spcPts val="200"/>
              </a:spcAft>
            </a:pPr>
            <a:r>
              <a:rPr sz="1000" b="0" i="0">
                <a:solidFill>
                  <a:srgbClr val="FFFFFF"/>
                </a:solidFill>
              </a:rPr>
              <a:t>Q2 (see slide 4): What is the safest permission shape for a clinical MCP server — may an agent close a card, or must a human confirm every closure?</a:t>
            </a:r>
          </a:p>
          <a:p>
            <a:pPr algn="l">
              <a:spcAft>
                <a:spcPts val="200"/>
              </a:spcAft>
            </a:pPr>
            <a:r>
              <a:rPr sz="1000" b="0" i="0">
                <a:solidFill>
                  <a:srgbClr val="FFFFFF"/>
                </a:solidFill>
              </a:rPr>
              <a:t>Q3 (see slide 5): Which Claude features would you use to make care-gap reasoning auditable — citations over the note, structured outputs, or an eval harness?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8518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2025 Q4 Aptos">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Template Aptos Light">
      <a:majorFont>
        <a:latin typeface="Aptos Light"/>
        <a:ea typeface=""/>
        <a:cs typeface=""/>
      </a:majorFont>
      <a:minorFont>
        <a:latin typeface="Aptos Light"/>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0" indent="0" algn="l">
          <a:lnSpc>
            <a:spcPct val="100000"/>
          </a:lnSpc>
          <a:spcBef>
            <a:spcPts val="1200"/>
          </a:spcBef>
          <a:buSzPct val="100000"/>
          <a:buFont typeface="Arial" panose="020B0604020202020204" pitchFamily="34" charset="0"/>
          <a:buNone/>
          <a:defRPr sz="1800" dirty="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6CF75B7C77BB0459C5B87933D086ADE" ma:contentTypeVersion="0" ma:contentTypeDescription="Create a new document." ma:contentTypeScope="" ma:versionID="24cd19cbdbe762fc055ab5aa7b8a5f2f">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392867A-8AA1-4168-BF07-0951AF4163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938E9144-E3A5-41BC-AFE4-00414EB4BFE9}">
  <ds:schemaRefs>
    <ds:schemaRef ds:uri="http://purl.org/dc/elements/1.1/"/>
    <ds:schemaRef ds:uri="http://schemas.microsoft.com/office/2006/metadata/properties"/>
    <ds:schemaRef ds:uri="3d490cd2-1cd2-4229-bf74-977b65ab40b2"/>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5de21204-f6c2-476d-9eb4-7ba6a46565b5"/>
    <ds:schemaRef ds:uri="http://www.w3.org/XML/1998/namespace"/>
    <ds:schemaRef ds:uri="http://purl.org/dc/dcmitype/"/>
    <ds:schemaRef ds:uri="d7e80b75-c886-4080-bb34-88e45982328e"/>
    <ds:schemaRef ds:uri="0f51703b-30bc-45e5-bd46-2ff886034ee8"/>
  </ds:schemaRefs>
</ds:datastoreItem>
</file>

<file path=docProps/app.xml><?xml version="1.0" encoding="utf-8"?>
<Properties xmlns="http://schemas.openxmlformats.org/officeDocument/2006/extended-properties" xmlns:vt="http://schemas.openxmlformats.org/officeDocument/2006/docPropsVTypes">
  <Template/>
  <TotalTime>21635</TotalTime>
  <Words>1511</Words>
  <Application>Microsoft Office PowerPoint</Application>
  <PresentationFormat>Widescreen</PresentationFormat>
  <Paragraphs>175</Paragraphs>
  <Slides>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Light</vt:lpstr>
      <vt:lpstr>Arial</vt:lpstr>
      <vt:lpstr>Wingdings</vt:lpstr>
      <vt:lpstr>UST 2025 Q4 Aptos</vt:lpstr>
      <vt:lpstr>[POC name]</vt:lpstr>
      <vt:lpstr>01  POC overview</vt:lpstr>
      <vt:lpstr>02  Claude's role and architecture</vt:lpstr>
      <vt:lpstr>03  How it works</vt:lpstr>
      <vt:lpstr>04  Testing, gaps and questions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UST 16x9 PowerPoint template Revised October 21, 2020</dc:title>
  <dc:subject/>
  <dc:creator>GTMServices@ust.com</dc:creator>
  <cp:keywords/>
  <dc:description/>
  <cp:lastModifiedBy>Sibi John(UST,IN)</cp:lastModifiedBy>
  <cp:revision>166</cp:revision>
  <cp:lastPrinted>2019-10-06T00:46:52Z</cp:lastPrinted>
  <dcterms:created xsi:type="dcterms:W3CDTF">2020-12-03T20:34:18Z</dcterms:created>
  <dcterms:modified xsi:type="dcterms:W3CDTF">2026-10-06T09:52:37Z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0x01010016CF75B7C77BB0459C5B87933D086ADE</vt:lpwstr>
  </property>
  <property fmtid="{D5CDD505-2E9C-101B-9397-08002B2CF9AE}" pid="3" name="MSIP_Label_15ffddfa-74ad-4c1f-9757-a38a11902f1c_Enabled">
    <vt:lpwstr>true</vt:lpwstr>
  </property>
  <property fmtid="{D5CDD505-2E9C-101B-9397-08002B2CF9AE}" pid="4" name="MSIP_Label_15ffddfa-74ad-4c1f-9757-a38a11902f1c_SetDate">
    <vt:lpwstr>2025-11-05T02:30:34Z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cec03968-a772-452a-a3a6-2fc369e9976e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